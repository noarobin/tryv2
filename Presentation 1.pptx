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B1BA5A-B690-C37A-2043-72F8A7376768}" v="14" dt="2026-09-23T16:57:21.9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C360AF-BB9A-CE3D-5193-AA25E0E0145C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905500" y="6416040"/>
            <a:ext cx="412750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900">
                <a:solidFill>
                  <a:srgbClr val="7C7C8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262A5C-A6CB-E190-5679-11D50C07F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54"/>
            <a:ext cx="12192000" cy="59434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CE0AC6-C856-E8FA-3AC2-4FF566A81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54"/>
            <a:ext cx="12192000" cy="5943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CA007-A819-7E13-FD46-7CE3A87ED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AC6D59E-446D-CE72-58A5-BDCB634EF3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4888" y="1825625"/>
            <a:ext cx="858222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087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B872E-FE3E-5A20-0F55-6EE120657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A708315-8FDE-260A-EB1B-DEBC3F1BD8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6636" y="1825625"/>
            <a:ext cx="805872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841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540B1-7CC9-2984-5B90-D1DA2B2E2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AF8769D-87F5-1E07-A4CD-EB2F0C245A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4594" y="682625"/>
            <a:ext cx="9729920" cy="5813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888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94B90-D5DF-BC6A-7246-9B3223F2D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83530F9-290A-02B0-3208-D03CBD20D0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5285" y="363409"/>
            <a:ext cx="11205998" cy="5926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197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15</cp:revision>
  <dcterms:created xsi:type="dcterms:W3CDTF">2026-09-23T16:48:54Z</dcterms:created>
  <dcterms:modified xsi:type="dcterms:W3CDTF">2026-09-23T16:57:35Z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a83127-5f62-4f9b-a26c-016b97eb2ff7_Enabled">
    <vt:lpwstr>true</vt:lpwstr>
  </property>
  <property fmtid="{D5CDD505-2E9C-101B-9397-08002B2CF9AE}" pid="3" name="MSIP_Label_5ba83127-5f62-4f9b-a26c-016b97eb2ff7_SetDate">
    <vt:lpwstr>2026-09-23T16:49:21Z</vt:lpwstr>
  </property>
  <property fmtid="{D5CDD505-2E9C-101B-9397-08002B2CF9AE}" pid="4" name="MSIP_Label_5ba83127-5f62-4f9b-a26c-016b97eb2ff7_Method">
    <vt:lpwstr>Privileged</vt:lpwstr>
  </property>
  <property fmtid="{D5CDD505-2E9C-101B-9397-08002B2CF9AE}" pid="5" name="MSIP_Label_5ba83127-5f62-4f9b-a26c-016b97eb2ff7_Name">
    <vt:lpwstr>RandCoInternalMarked</vt:lpwstr>
  </property>
  <property fmtid="{D5CDD505-2E9C-101B-9397-08002B2CF9AE}" pid="6" name="MSIP_Label_5ba83127-5f62-4f9b-a26c-016b97eb2ff7_SiteId">
    <vt:lpwstr>a3a61790-e8ca-448a-b1be-e046da74a581</vt:lpwstr>
  </property>
  <property fmtid="{D5CDD505-2E9C-101B-9397-08002B2CF9AE}" pid="7" name="MSIP_Label_5ba83127-5f62-4f9b-a26c-016b97eb2ff7_ActionId">
    <vt:lpwstr>f86834c5-7759-47f7-b747-f94a797ed8e4</vt:lpwstr>
  </property>
  <property fmtid="{D5CDD505-2E9C-101B-9397-08002B2CF9AE}" pid="8" name="MSIP_Label_5ba83127-5f62-4f9b-a26c-016b97eb2ff7_ContentBits">
    <vt:lpwstr>2</vt:lpwstr>
  </property>
  <property fmtid="{D5CDD505-2E9C-101B-9397-08002B2CF9AE}" pid="9" name="MSIP_Label_5ba83127-5f62-4f9b-a26c-016b97eb2ff7_Tag">
    <vt:lpwstr>10, 0, 1, 2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Internal</vt:lpwstr>
  </property>
</Properties>
</file>
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72" r:id="rId5"/>
  </p:sldMasterIdLst>
  <p:notesMasterIdLst>
    <p:notesMasterId r:id="rId8"/>
  </p:notesMasterIdLst>
  <p:sldIdLst>
    <p:sldId id="257" r:id="rId6"/>
    <p:sldId id="258" r:id="rId7"/>
  </p:sldIdLst>
  <p:sldSz cx="9906000" cy="6858000" type="A4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BA1F10-C25A-4BA1-9ABC-FC12624B4F1F}" v="23" dt="2026-03-20T17:10:17.7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6296" autoAdjust="0"/>
  </p:normalViewPr>
  <p:slideViewPr>
    <p:cSldViewPr snapToGrid="0" showGuides="1">
      <p:cViewPr>
        <p:scale>
          <a:sx n="100" d="100"/>
          <a:sy n="100" d="100"/>
        </p:scale>
        <p:origin x="1644" y="28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uboul-Rosette, Jade" userId="46cde7e8-d2e3-4f71-9da0-6e1c68e86f43" providerId="ADAL" clId="{393323E0-8072-4C12-A096-F4F527102A4E}"/>
    <pc:docChg chg="custSel addSld delSld modSld sldOrd">
      <pc:chgData name="Touboul-Rosette, Jade" userId="46cde7e8-d2e3-4f71-9da0-6e1c68e86f43" providerId="ADAL" clId="{393323E0-8072-4C12-A096-F4F527102A4E}" dt="2026-03-20T17:11:18.701" v="1085" actId="20577"/>
      <pc:docMkLst>
        <pc:docMk/>
      </pc:docMkLst>
      <pc:sldChg chg="del ord">
        <pc:chgData name="Touboul-Rosette, Jade" userId="46cde7e8-d2e3-4f71-9da0-6e1c68e86f43" providerId="ADAL" clId="{393323E0-8072-4C12-A096-F4F527102A4E}" dt="2026-03-20T16:59:52.045" v="277" actId="47"/>
        <pc:sldMkLst>
          <pc:docMk/>
          <pc:sldMk cId="3915297998" sldId="256"/>
        </pc:sldMkLst>
      </pc:sldChg>
      <pc:sldChg chg="addSp delSp modSp mod">
        <pc:chgData name="Touboul-Rosette, Jade" userId="46cde7e8-d2e3-4f71-9da0-6e1c68e86f43" providerId="ADAL" clId="{393323E0-8072-4C12-A096-F4F527102A4E}" dt="2026-03-20T16:59:44.535" v="276" actId="20577"/>
        <pc:sldMkLst>
          <pc:docMk/>
          <pc:sldMk cId="610818432" sldId="257"/>
        </pc:sldMkLst>
        <pc:spChg chg="add mod">
          <ac:chgData name="Touboul-Rosette, Jade" userId="46cde7e8-d2e3-4f71-9da0-6e1c68e86f43" providerId="ADAL" clId="{393323E0-8072-4C12-A096-F4F527102A4E}" dt="2026-03-20T16:53:06.306" v="65" actId="20577"/>
          <ac:spMkLst>
            <pc:docMk/>
            <pc:sldMk cId="610818432" sldId="257"/>
            <ac:spMk id="6" creationId="{8230518A-0A5F-26FD-6FC1-5F827CC6FD30}"/>
          </ac:spMkLst>
        </pc:spChg>
        <pc:spChg chg="add mod">
          <ac:chgData name="Touboul-Rosette, Jade" userId="46cde7e8-d2e3-4f71-9da0-6e1c68e86f43" providerId="ADAL" clId="{393323E0-8072-4C12-A096-F4F527102A4E}" dt="2026-03-20T16:54:07.167" v="106" actId="403"/>
          <ac:spMkLst>
            <pc:docMk/>
            <pc:sldMk cId="610818432" sldId="257"/>
            <ac:spMk id="7" creationId="{D8851DA9-E45A-F4F7-43B2-736470741492}"/>
          </ac:spMkLst>
        </pc:spChg>
        <pc:spChg chg="add mod">
          <ac:chgData name="Touboul-Rosette, Jade" userId="46cde7e8-d2e3-4f71-9da0-6e1c68e86f43" providerId="ADAL" clId="{393323E0-8072-4C12-A096-F4F527102A4E}" dt="2026-03-20T16:56:44.797" v="155" actId="1076"/>
          <ac:spMkLst>
            <pc:docMk/>
            <pc:sldMk cId="610818432" sldId="257"/>
            <ac:spMk id="12" creationId="{67A51E03-2D5A-B0D8-B5A9-3CBB35D6CCB7}"/>
          </ac:spMkLst>
        </pc:spChg>
        <pc:spChg chg="add mod">
          <ac:chgData name="Touboul-Rosette, Jade" userId="46cde7e8-d2e3-4f71-9da0-6e1c68e86f43" providerId="ADAL" clId="{393323E0-8072-4C12-A096-F4F527102A4E}" dt="2026-03-20T16:57:14.918" v="169" actId="20577"/>
          <ac:spMkLst>
            <pc:docMk/>
            <pc:sldMk cId="610818432" sldId="257"/>
            <ac:spMk id="13" creationId="{A2F1167C-1835-16BF-305F-A1A014E4AF74}"/>
          </ac:spMkLst>
        </pc:spChg>
        <pc:spChg chg="add del mod">
          <ac:chgData name="Touboul-Rosette, Jade" userId="46cde7e8-d2e3-4f71-9da0-6e1c68e86f43" providerId="ADAL" clId="{393323E0-8072-4C12-A096-F4F527102A4E}" dt="2026-03-20T16:58:07.025" v="198" actId="478"/>
          <ac:spMkLst>
            <pc:docMk/>
            <pc:sldMk cId="610818432" sldId="257"/>
            <ac:spMk id="14" creationId="{1D0EA658-799D-6925-6758-28D26BCC8CE4}"/>
          </ac:spMkLst>
        </pc:spChg>
        <pc:spChg chg="add mod">
          <ac:chgData name="Touboul-Rosette, Jade" userId="46cde7e8-d2e3-4f71-9da0-6e1c68e86f43" providerId="ADAL" clId="{393323E0-8072-4C12-A096-F4F527102A4E}" dt="2026-03-20T16:58:56.781" v="213" actId="242"/>
          <ac:spMkLst>
            <pc:docMk/>
            <pc:sldMk cId="610818432" sldId="257"/>
            <ac:spMk id="15" creationId="{6AAF676D-B91D-B227-D125-8D9AA93ECAE1}"/>
          </ac:spMkLst>
        </pc:spChg>
        <pc:spChg chg="add mod">
          <ac:chgData name="Touboul-Rosette, Jade" userId="46cde7e8-d2e3-4f71-9da0-6e1c68e86f43" providerId="ADAL" clId="{393323E0-8072-4C12-A096-F4F527102A4E}" dt="2026-03-20T16:59:44.535" v="276" actId="20577"/>
          <ac:spMkLst>
            <pc:docMk/>
            <pc:sldMk cId="610818432" sldId="257"/>
            <ac:spMk id="16" creationId="{1B65E1EE-488A-B3CA-FD51-E4D7CB84D0F1}"/>
          </ac:spMkLst>
        </pc:spChg>
        <pc:cxnChg chg="add mod">
          <ac:chgData name="Touboul-Rosette, Jade" userId="46cde7e8-d2e3-4f71-9da0-6e1c68e86f43" providerId="ADAL" clId="{393323E0-8072-4C12-A096-F4F527102A4E}" dt="2026-03-20T16:55:15.378" v="115" actId="12789"/>
          <ac:cxnSpMkLst>
            <pc:docMk/>
            <pc:sldMk cId="610818432" sldId="257"/>
            <ac:cxnSpMk id="9" creationId="{66A36482-3970-F033-AA69-2879F5332218}"/>
          </ac:cxnSpMkLst>
        </pc:cxnChg>
        <pc:cxnChg chg="add mod">
          <ac:chgData name="Touboul-Rosette, Jade" userId="46cde7e8-d2e3-4f71-9da0-6e1c68e86f43" providerId="ADAL" clId="{393323E0-8072-4C12-A096-F4F527102A4E}" dt="2026-03-20T16:55:15.378" v="115" actId="12789"/>
          <ac:cxnSpMkLst>
            <pc:docMk/>
            <pc:sldMk cId="610818432" sldId="257"/>
            <ac:cxnSpMk id="11" creationId="{68196413-C8A6-884D-AFC8-CF20B4936281}"/>
          </ac:cxnSpMkLst>
        </pc:cxnChg>
      </pc:sldChg>
      <pc:sldChg chg="addSp delSp modSp add mod">
        <pc:chgData name="Touboul-Rosette, Jade" userId="46cde7e8-d2e3-4f71-9da0-6e1c68e86f43" providerId="ADAL" clId="{393323E0-8072-4C12-A096-F4F527102A4E}" dt="2026-03-20T17:11:18.701" v="1085" actId="20577"/>
        <pc:sldMkLst>
          <pc:docMk/>
          <pc:sldMk cId="2302992086" sldId="258"/>
        </pc:sldMkLst>
        <pc:spChg chg="mod">
          <ac:chgData name="Touboul-Rosette, Jade" userId="46cde7e8-d2e3-4f71-9da0-6e1c68e86f43" providerId="ADAL" clId="{393323E0-8072-4C12-A096-F4F527102A4E}" dt="2026-03-20T17:00:27.347" v="327" actId="20577"/>
          <ac:spMkLst>
            <pc:docMk/>
            <pc:sldMk cId="2302992086" sldId="258"/>
            <ac:spMk id="5" creationId="{F8D179FC-7143-DEC6-AB51-0C162C031BF3}"/>
          </ac:spMkLst>
        </pc:spChg>
        <pc:spChg chg="mod">
          <ac:chgData name="Touboul-Rosette, Jade" userId="46cde7e8-d2e3-4f71-9da0-6e1c68e86f43" providerId="ADAL" clId="{393323E0-8072-4C12-A096-F4F527102A4E}" dt="2026-03-20T17:04:10.731" v="594" actId="5793"/>
          <ac:spMkLst>
            <pc:docMk/>
            <pc:sldMk cId="2302992086" sldId="258"/>
            <ac:spMk id="6" creationId="{8C6A29E2-E1F8-56AE-4404-0414CB70DF09}"/>
          </ac:spMkLst>
        </pc:spChg>
        <pc:spChg chg="del">
          <ac:chgData name="Touboul-Rosette, Jade" userId="46cde7e8-d2e3-4f71-9da0-6e1c68e86f43" providerId="ADAL" clId="{393323E0-8072-4C12-A096-F4F527102A4E}" dt="2026-03-20T17:00:04.585" v="281" actId="478"/>
          <ac:spMkLst>
            <pc:docMk/>
            <pc:sldMk cId="2302992086" sldId="258"/>
            <ac:spMk id="7" creationId="{722BC13D-1DA4-3DD9-C6F8-06FA36EA48D7}"/>
          </ac:spMkLst>
        </pc:spChg>
        <pc:spChg chg="add mod">
          <ac:chgData name="Touboul-Rosette, Jade" userId="46cde7e8-d2e3-4f71-9da0-6e1c68e86f43" providerId="ADAL" clId="{393323E0-8072-4C12-A096-F4F527102A4E}" dt="2026-03-20T17:01:35.947" v="367" actId="403"/>
          <ac:spMkLst>
            <pc:docMk/>
            <pc:sldMk cId="2302992086" sldId="258"/>
            <ac:spMk id="8" creationId="{3F53EE88-236E-25CD-30C9-9B38BCE390A7}"/>
          </ac:spMkLst>
        </pc:spChg>
        <pc:spChg chg="add mod">
          <ac:chgData name="Touboul-Rosette, Jade" userId="46cde7e8-d2e3-4f71-9da0-6e1c68e86f43" providerId="ADAL" clId="{393323E0-8072-4C12-A096-F4F527102A4E}" dt="2026-03-20T17:01:56.722" v="389"/>
          <ac:spMkLst>
            <pc:docMk/>
            <pc:sldMk cId="2302992086" sldId="258"/>
            <ac:spMk id="10" creationId="{C8D2D650-BF3E-9100-9D0E-FDDE00C76F42}"/>
          </ac:spMkLst>
        </pc:spChg>
        <pc:spChg chg="del">
          <ac:chgData name="Touboul-Rosette, Jade" userId="46cde7e8-d2e3-4f71-9da0-6e1c68e86f43" providerId="ADAL" clId="{393323E0-8072-4C12-A096-F4F527102A4E}" dt="2026-03-20T17:00:19.572" v="315" actId="478"/>
          <ac:spMkLst>
            <pc:docMk/>
            <pc:sldMk cId="2302992086" sldId="258"/>
            <ac:spMk id="12" creationId="{35097F6C-A314-72E0-8178-C73F90E1DBC9}"/>
          </ac:spMkLst>
        </pc:spChg>
        <pc:spChg chg="del">
          <ac:chgData name="Touboul-Rosette, Jade" userId="46cde7e8-d2e3-4f71-9da0-6e1c68e86f43" providerId="ADAL" clId="{393323E0-8072-4C12-A096-F4F527102A4E}" dt="2026-03-20T17:00:05.363" v="282" actId="478"/>
          <ac:spMkLst>
            <pc:docMk/>
            <pc:sldMk cId="2302992086" sldId="258"/>
            <ac:spMk id="13" creationId="{EEE51F39-CD37-7EBC-42EF-61181F36FC75}"/>
          </ac:spMkLst>
        </pc:spChg>
        <pc:spChg chg="add mod">
          <ac:chgData name="Touboul-Rosette, Jade" userId="46cde7e8-d2e3-4f71-9da0-6e1c68e86f43" providerId="ADAL" clId="{393323E0-8072-4C12-A096-F4F527102A4E}" dt="2026-03-20T17:02:07.984" v="397"/>
          <ac:spMkLst>
            <pc:docMk/>
            <pc:sldMk cId="2302992086" sldId="258"/>
            <ac:spMk id="14" creationId="{DA430D49-631E-9CC0-A0CC-6960CE30AACF}"/>
          </ac:spMkLst>
        </pc:spChg>
        <pc:spChg chg="del">
          <ac:chgData name="Touboul-Rosette, Jade" userId="46cde7e8-d2e3-4f71-9da0-6e1c68e86f43" providerId="ADAL" clId="{393323E0-8072-4C12-A096-F4F527102A4E}" dt="2026-03-20T17:00:02.044" v="279" actId="478"/>
          <ac:spMkLst>
            <pc:docMk/>
            <pc:sldMk cId="2302992086" sldId="258"/>
            <ac:spMk id="15" creationId="{9EF2FC09-D6EA-B663-D100-B613B8D9513C}"/>
          </ac:spMkLst>
        </pc:spChg>
        <pc:spChg chg="del">
          <ac:chgData name="Touboul-Rosette, Jade" userId="46cde7e8-d2e3-4f71-9da0-6e1c68e86f43" providerId="ADAL" clId="{393323E0-8072-4C12-A096-F4F527102A4E}" dt="2026-03-20T17:00:02.044" v="279" actId="478"/>
          <ac:spMkLst>
            <pc:docMk/>
            <pc:sldMk cId="2302992086" sldId="258"/>
            <ac:spMk id="16" creationId="{61177A0E-2E12-81BB-C77D-7F3E486D9F2D}"/>
          </ac:spMkLst>
        </pc:spChg>
        <pc:spChg chg="add mod">
          <ac:chgData name="Touboul-Rosette, Jade" userId="46cde7e8-d2e3-4f71-9da0-6e1c68e86f43" providerId="ADAL" clId="{393323E0-8072-4C12-A096-F4F527102A4E}" dt="2026-03-20T17:04:25.152" v="597" actId="404"/>
          <ac:spMkLst>
            <pc:docMk/>
            <pc:sldMk cId="2302992086" sldId="258"/>
            <ac:spMk id="17" creationId="{49983EF5-B695-FE19-D0F5-8B82E612D084}"/>
          </ac:spMkLst>
        </pc:spChg>
        <pc:spChg chg="add mod">
          <ac:chgData name="Touboul-Rosette, Jade" userId="46cde7e8-d2e3-4f71-9da0-6e1c68e86f43" providerId="ADAL" clId="{393323E0-8072-4C12-A096-F4F527102A4E}" dt="2026-03-20T17:04:25.152" v="597" actId="404"/>
          <ac:spMkLst>
            <pc:docMk/>
            <pc:sldMk cId="2302992086" sldId="258"/>
            <ac:spMk id="18" creationId="{6E3AAB86-EA33-A86D-6C9D-F511D0199A08}"/>
          </ac:spMkLst>
        </pc:spChg>
        <pc:spChg chg="add mod">
          <ac:chgData name="Touboul-Rosette, Jade" userId="46cde7e8-d2e3-4f71-9da0-6e1c68e86f43" providerId="ADAL" clId="{393323E0-8072-4C12-A096-F4F527102A4E}" dt="2026-03-20T17:04:25.152" v="597" actId="404"/>
          <ac:spMkLst>
            <pc:docMk/>
            <pc:sldMk cId="2302992086" sldId="258"/>
            <ac:spMk id="19" creationId="{D106D693-0D85-0591-0E51-C4969078D4F4}"/>
          </ac:spMkLst>
        </pc:spChg>
        <pc:spChg chg="add mod">
          <ac:chgData name="Touboul-Rosette, Jade" userId="46cde7e8-d2e3-4f71-9da0-6e1c68e86f43" providerId="ADAL" clId="{393323E0-8072-4C12-A096-F4F527102A4E}" dt="2026-03-20T17:04:25.152" v="597" actId="404"/>
          <ac:spMkLst>
            <pc:docMk/>
            <pc:sldMk cId="2302992086" sldId="258"/>
            <ac:spMk id="20" creationId="{B61ABED5-3028-5B72-726D-1230FCA1DE11}"/>
          </ac:spMkLst>
        </pc:spChg>
        <pc:spChg chg="add mod">
          <ac:chgData name="Touboul-Rosette, Jade" userId="46cde7e8-d2e3-4f71-9da0-6e1c68e86f43" providerId="ADAL" clId="{393323E0-8072-4C12-A096-F4F527102A4E}" dt="2026-03-20T17:04:25.152" v="597" actId="404"/>
          <ac:spMkLst>
            <pc:docMk/>
            <pc:sldMk cId="2302992086" sldId="258"/>
            <ac:spMk id="21" creationId="{16F9526A-3C10-57F2-50B8-9D5D0CC60F37}"/>
          </ac:spMkLst>
        </pc:spChg>
        <pc:spChg chg="add mod">
          <ac:chgData name="Touboul-Rosette, Jade" userId="46cde7e8-d2e3-4f71-9da0-6e1c68e86f43" providerId="ADAL" clId="{393323E0-8072-4C12-A096-F4F527102A4E}" dt="2026-03-20T17:04:25.152" v="597" actId="404"/>
          <ac:spMkLst>
            <pc:docMk/>
            <pc:sldMk cId="2302992086" sldId="258"/>
            <ac:spMk id="22" creationId="{FC0732BF-1A20-BE5D-D62B-5AEF3E60E805}"/>
          </ac:spMkLst>
        </pc:spChg>
        <pc:spChg chg="add mod">
          <ac:chgData name="Touboul-Rosette, Jade" userId="46cde7e8-d2e3-4f71-9da0-6e1c68e86f43" providerId="ADAL" clId="{393323E0-8072-4C12-A096-F4F527102A4E}" dt="2026-03-20T17:05:08.403" v="638" actId="20577"/>
          <ac:spMkLst>
            <pc:docMk/>
            <pc:sldMk cId="2302992086" sldId="258"/>
            <ac:spMk id="23" creationId="{5CBDED3B-455B-7F76-4441-71DF02D7A0A1}"/>
          </ac:spMkLst>
        </pc:spChg>
        <pc:spChg chg="add mod">
          <ac:chgData name="Touboul-Rosette, Jade" userId="46cde7e8-d2e3-4f71-9da0-6e1c68e86f43" providerId="ADAL" clId="{393323E0-8072-4C12-A096-F4F527102A4E}" dt="2026-03-20T17:05:28.872" v="654" actId="20577"/>
          <ac:spMkLst>
            <pc:docMk/>
            <pc:sldMk cId="2302992086" sldId="258"/>
            <ac:spMk id="24" creationId="{3079FFC1-526E-9FFB-EF84-83325EF14600}"/>
          </ac:spMkLst>
        </pc:spChg>
        <pc:spChg chg="add mod">
          <ac:chgData name="Touboul-Rosette, Jade" userId="46cde7e8-d2e3-4f71-9da0-6e1c68e86f43" providerId="ADAL" clId="{393323E0-8072-4C12-A096-F4F527102A4E}" dt="2026-03-20T17:08:07.699" v="708" actId="14100"/>
          <ac:spMkLst>
            <pc:docMk/>
            <pc:sldMk cId="2302992086" sldId="258"/>
            <ac:spMk id="27" creationId="{A2FBC509-659B-24E7-61BE-416640CB0651}"/>
          </ac:spMkLst>
        </pc:spChg>
        <pc:spChg chg="add del mod">
          <ac:chgData name="Touboul-Rosette, Jade" userId="46cde7e8-d2e3-4f71-9da0-6e1c68e86f43" providerId="ADAL" clId="{393323E0-8072-4C12-A096-F4F527102A4E}" dt="2026-03-20T17:08:38.511" v="710" actId="478"/>
          <ac:spMkLst>
            <pc:docMk/>
            <pc:sldMk cId="2302992086" sldId="258"/>
            <ac:spMk id="29" creationId="{54474948-B6CA-CF54-17EA-2140527167EC}"/>
          </ac:spMkLst>
        </pc:spChg>
        <pc:spChg chg="add del mod">
          <ac:chgData name="Touboul-Rosette, Jade" userId="46cde7e8-d2e3-4f71-9da0-6e1c68e86f43" providerId="ADAL" clId="{393323E0-8072-4C12-A096-F4F527102A4E}" dt="2026-03-20T17:09:03.769" v="745" actId="478"/>
          <ac:spMkLst>
            <pc:docMk/>
            <pc:sldMk cId="2302992086" sldId="258"/>
            <ac:spMk id="30" creationId="{1E927BED-639B-E6BD-D466-E73891D783DC}"/>
          </ac:spMkLst>
        </pc:spChg>
        <pc:spChg chg="add mod">
          <ac:chgData name="Touboul-Rosette, Jade" userId="46cde7e8-d2e3-4f71-9da0-6e1c68e86f43" providerId="ADAL" clId="{393323E0-8072-4C12-A096-F4F527102A4E}" dt="2026-03-20T17:10:44.084" v="904" actId="20577"/>
          <ac:spMkLst>
            <pc:docMk/>
            <pc:sldMk cId="2302992086" sldId="258"/>
            <ac:spMk id="31" creationId="{0DA3EDAD-B26F-AF02-AF91-F8231D197656}"/>
          </ac:spMkLst>
        </pc:spChg>
        <pc:spChg chg="add mod">
          <ac:chgData name="Touboul-Rosette, Jade" userId="46cde7e8-d2e3-4f71-9da0-6e1c68e86f43" providerId="ADAL" clId="{393323E0-8072-4C12-A096-F4F527102A4E}" dt="2026-03-20T17:11:18.701" v="1085" actId="20577"/>
          <ac:spMkLst>
            <pc:docMk/>
            <pc:sldMk cId="2302992086" sldId="258"/>
            <ac:spMk id="32" creationId="{4917BEA2-9FC5-C1BA-7FF3-E8A72FB07221}"/>
          </ac:spMkLst>
        </pc:spChg>
        <pc:cxnChg chg="del">
          <ac:chgData name="Touboul-Rosette, Jade" userId="46cde7e8-d2e3-4f71-9da0-6e1c68e86f43" providerId="ADAL" clId="{393323E0-8072-4C12-A096-F4F527102A4E}" dt="2026-03-20T17:00:21.618" v="316" actId="478"/>
          <ac:cxnSpMkLst>
            <pc:docMk/>
            <pc:sldMk cId="2302992086" sldId="258"/>
            <ac:cxnSpMk id="9" creationId="{A907F268-74E5-DE58-4AF6-792879358BBE}"/>
          </ac:cxnSpMkLst>
        </pc:cxnChg>
        <pc:cxnChg chg="del">
          <ac:chgData name="Touboul-Rosette, Jade" userId="46cde7e8-d2e3-4f71-9da0-6e1c68e86f43" providerId="ADAL" clId="{393323E0-8072-4C12-A096-F4F527102A4E}" dt="2026-03-20T17:00:03.824" v="280" actId="478"/>
          <ac:cxnSpMkLst>
            <pc:docMk/>
            <pc:sldMk cId="2302992086" sldId="258"/>
            <ac:cxnSpMk id="11" creationId="{FB50EC0D-961F-FB1C-35FF-FF01209D9EC6}"/>
          </ac:cxnSpMkLst>
        </pc:cxnChg>
        <pc:cxnChg chg="add mod">
          <ac:chgData name="Touboul-Rosette, Jade" userId="46cde7e8-d2e3-4f71-9da0-6e1c68e86f43" providerId="ADAL" clId="{393323E0-8072-4C12-A096-F4F527102A4E}" dt="2026-03-20T17:05:41.853" v="656" actId="1076"/>
          <ac:cxnSpMkLst>
            <pc:docMk/>
            <pc:sldMk cId="2302992086" sldId="258"/>
            <ac:cxnSpMk id="26" creationId="{221EF060-2644-2243-BF64-94E7A25A4C30}"/>
          </ac:cxnSpMkLst>
        </pc:cxnChg>
        <pc:cxnChg chg="add mod">
          <ac:chgData name="Touboul-Rosette, Jade" userId="46cde7e8-d2e3-4f71-9da0-6e1c68e86f43" providerId="ADAL" clId="{393323E0-8072-4C12-A096-F4F527102A4E}" dt="2026-03-20T17:08:02.627" v="707" actId="1076"/>
          <ac:cxnSpMkLst>
            <pc:docMk/>
            <pc:sldMk cId="2302992086" sldId="258"/>
            <ac:cxnSpMk id="28" creationId="{D417D09A-00EC-A4E3-6695-A1C611A4C3D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A47964-A2B0-4C6B-9BEE-FBE15433DD2E}" type="datetimeFigureOut">
              <a:rPr lang="en-GB" smtClean="0"/>
              <a:t>20/03/2026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124D90-D863-46EE-9F99-CA91DD1F74E9}" type="slidenum">
              <a:rPr lang="en-GB" smtClean="0"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081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24D90-D863-46EE-9F99-CA91DD1F74E9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3809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3CA55-A4D8-4EE0-47BD-52A0184BC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01E1CA6-594D-FBD9-E528-CCCB3FDDE5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272F5E8-6861-0944-DA33-A910745A0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7B7CBC-8E98-E29C-127B-B782FB2DD5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24D90-D863-46EE-9F99-CA91DD1F74E9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9227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tags" Target="../tags/tag9.xml"/><Relationship Id="rId7" Type="http://schemas.openxmlformats.org/officeDocument/2006/relationships/image" Target="../media/image5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4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Relationship Id="rId9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13.xml"/><Relationship Id="rId7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4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4.xml"/><Relationship Id="rId9" Type="http://schemas.openxmlformats.org/officeDocument/2006/relationships/image" Target="../media/image6.sv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17.xml"/><Relationship Id="rId7" Type="http://schemas.openxmlformats.org/officeDocument/2006/relationships/image" Target="../media/image1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4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8.xml"/><Relationship Id="rId9" Type="http://schemas.openxmlformats.org/officeDocument/2006/relationships/image" Target="../media/image6.sv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21.xml"/><Relationship Id="rId7" Type="http://schemas.openxmlformats.org/officeDocument/2006/relationships/image" Target="../media/image1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4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2.xml"/><Relationship Id="rId9" Type="http://schemas.openxmlformats.org/officeDocument/2006/relationships/image" Target="../media/image6.sv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25.xml"/><Relationship Id="rId7" Type="http://schemas.openxmlformats.org/officeDocument/2006/relationships/image" Target="../media/image1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4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6.xml"/><Relationship Id="rId9" Type="http://schemas.openxmlformats.org/officeDocument/2006/relationships/image" Target="../media/image6.sv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29.xml"/><Relationship Id="rId7" Type="http://schemas.openxmlformats.org/officeDocument/2006/relationships/image" Target="../media/image1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4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0.xml"/><Relationship Id="rId9" Type="http://schemas.openxmlformats.org/officeDocument/2006/relationships/image" Target="../media/image6.sv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image" Target="../media/image10.svg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image" Target="../media/image9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35.xml"/><Relationship Id="rId15" Type="http://schemas.openxmlformats.org/officeDocument/2006/relationships/image" Target="../media/image12.svg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image" Target="../media/image11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4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48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4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459500"/>
            <a:ext cx="8388548" cy="32193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9513" y="6524625"/>
            <a:ext cx="4039071" cy="180747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‹N°›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0F7057-A030-4733-AA0A-AD461C655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20388-24E2-4B8A-85CB-59F1B98D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449388"/>
            <a:ext cx="8712200" cy="485867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63721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, Notes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459500"/>
            <a:ext cx="8388548" cy="32193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9513" y="6524625"/>
            <a:ext cx="4039071" cy="180747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‹N°›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0F7057-A030-4733-AA0A-AD461C655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20388-24E2-4B8A-85CB-59F1B98D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449388"/>
            <a:ext cx="6516688" cy="485867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61187F-3ED0-ADD7-BE2C-EF6E5237AA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85100" y="1449388"/>
            <a:ext cx="2124000" cy="4858678"/>
          </a:xfrm>
          <a:solidFill>
            <a:srgbClr val="F0ECE9"/>
          </a:solidFill>
        </p:spPr>
        <p:txBody>
          <a:bodyPr lIns="72000" tIns="36000" rIns="72000" bIns="72000"/>
          <a:lstStyle/>
          <a:p>
            <a:pPr lvl="0"/>
            <a:r>
              <a:rPr lang="en-GB" dirty="0"/>
              <a:t>Bold for headers: to change text level: ALT+SHIFT+right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0230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9513" y="6524625"/>
            <a:ext cx="4039071" cy="180747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‹N°›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0F7057-A030-4733-AA0A-AD461C655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20388-24E2-4B8A-85CB-59F1B98D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87122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20D7FC-C4A0-47A3-BF2E-4DDB17A6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7373838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Box, Notes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9513" y="6524625"/>
            <a:ext cx="4039071" cy="180747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‹N°›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0F7057-A030-4733-AA0A-AD461C655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20388-24E2-4B8A-85CB-59F1B98D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6516688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20D7FC-C4A0-47A3-BF2E-4DDB17A6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65166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A2835F-C19A-3312-1E29-4AD8C4D722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85100" y="1449388"/>
            <a:ext cx="2124000" cy="4858678"/>
          </a:xfrm>
          <a:solidFill>
            <a:srgbClr val="F0ECE9"/>
          </a:solidFill>
        </p:spPr>
        <p:txBody>
          <a:bodyPr lIns="72000" tIns="36000" rIns="72000" bIns="72000"/>
          <a:lstStyle/>
          <a:p>
            <a:pPr lvl="0"/>
            <a:r>
              <a:rPr lang="en-GB" dirty="0"/>
              <a:t>Bold for headers: to change text level: ALT+SHIFT+right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33250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9513" y="6524625"/>
            <a:ext cx="4039071" cy="180747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‹N°›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0F7057-A030-4733-AA0A-AD461C655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20388-24E2-4B8A-85CB-59F1B98D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4319588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20D7FC-C4A0-47A3-BF2E-4DDB17A6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DA169AB-EEF5-47D8-874B-E8257E4FA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92538" y="1736725"/>
            <a:ext cx="4316562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9B56E47-D7D8-4611-96EC-3F6C9F0E3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3" y="1449388"/>
            <a:ext cx="4319587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1578204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9513" y="6524625"/>
            <a:ext cx="4039071" cy="180747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‹N°›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0F7057-A030-4733-AA0A-AD461C655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20388-24E2-4B8A-85CB-59F1B98D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87122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20D7FC-C4A0-47A3-BF2E-4DDB17A6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DA169AB-EEF5-47D8-874B-E8257E4FA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6900" y="4043461"/>
            <a:ext cx="87122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9B56E47-D7D8-4611-96EC-3F6C9F0E3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6900" y="3754437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2086554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9513" y="6524625"/>
            <a:ext cx="4039071" cy="180747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‹N°›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0F7057-A030-4733-AA0A-AD461C655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20388-24E2-4B8A-85CB-59F1B98D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2862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20D7FC-C4A0-47A3-BF2E-4DDB17A6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DA169AB-EEF5-47D8-874B-E8257E4FA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532188" y="1736725"/>
            <a:ext cx="2843212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9B56E47-D7D8-4611-96EC-3F6C9F0E3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32188" y="1449388"/>
            <a:ext cx="2843212" cy="216000"/>
          </a:xfrm>
          <a:solidFill>
            <a:schemeClr val="tx2"/>
          </a:solidFill>
        </p:spPr>
        <p:txBody>
          <a:bodyPr lIns="72000" anchor="ctr"/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8D220E3-EA54-465A-B4F6-582D8A4DF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447100" y="1736725"/>
            <a:ext cx="2862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79D11BD-9AE7-4ADE-B212-57BAE8DB1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47100" y="1449388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24109465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9513" y="6524625"/>
            <a:ext cx="4039071" cy="180747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‹N°›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0F7057-A030-4733-AA0A-AD461C655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20388-24E2-4B8A-85CB-59F1B98D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2124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20D7FC-C4A0-47A3-BF2E-4DDB17A6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DA169AB-EEF5-47D8-874B-E8257E4FA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89512" y="1736725"/>
            <a:ext cx="2124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9B56E47-D7D8-4611-96EC-3F6C9F0E3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2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8D220E3-EA54-465A-B4F6-582D8A4DF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92488" y="1736725"/>
            <a:ext cx="2124001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79D11BD-9AE7-4ADE-B212-57BAE8DB1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2488" y="1449388"/>
            <a:ext cx="2124001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1F65CAF-6F97-4873-8904-D1C765C71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185100" y="1736725"/>
            <a:ext cx="2124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81DBCFF-BF32-4CEF-9A51-C97A7E2CF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85100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95A248-627F-4E3B-8944-BB6B7BFE4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2050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9513" y="6524625"/>
            <a:ext cx="4039071" cy="180747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‹N°›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0F7057-A030-4733-AA0A-AD461C655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20388-24E2-4B8A-85CB-59F1B98D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4319588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20D7FC-C4A0-47A3-BF2E-4DDB17A6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DA169AB-EEF5-47D8-874B-E8257E4FA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92538" y="1736725"/>
            <a:ext cx="4316562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9B56E47-D7D8-4611-96EC-3F6C9F0E3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3" y="1449388"/>
            <a:ext cx="4319587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8D220E3-EA54-465A-B4F6-582D8A4DF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6900" y="4043461"/>
            <a:ext cx="4319588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79D11BD-9AE7-4ADE-B212-57BAE8DB1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6900" y="3754437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1F65CAF-6F97-4873-8904-D1C765C71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992538" y="4043461"/>
            <a:ext cx="4316562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81DBCFF-BF32-4CEF-9A51-C97A7E2CF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92538" y="3754437"/>
            <a:ext cx="4316562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95A248-627F-4E3B-8944-BB6B7BFE4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81596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9513" y="6524625"/>
            <a:ext cx="4039071" cy="180747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‹N°›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0F7057-A030-4733-AA0A-AD461C655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20388-24E2-4B8A-85CB-59F1B98D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2862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20D7FC-C4A0-47A3-BF2E-4DDB17A6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DA169AB-EEF5-47D8-874B-E8257E4FA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532188" y="1736725"/>
            <a:ext cx="2843212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9B56E47-D7D8-4611-96EC-3F6C9F0E3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32188" y="1449388"/>
            <a:ext cx="2843212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8D220E3-EA54-465A-B4F6-582D8A4DF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447100" y="1736725"/>
            <a:ext cx="2862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79D11BD-9AE7-4ADE-B212-57BAE8DB1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47100" y="1449388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1F65CAF-6F97-4873-8904-D1C765C71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96900" y="4043461"/>
            <a:ext cx="2862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81DBCFF-BF32-4CEF-9A51-C97A7E2CF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900" y="3754437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95A248-627F-4E3B-8944-BB6B7BFE4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1F98C4A9-61AB-49E6-9511-009FA8187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532188" y="4043461"/>
            <a:ext cx="2843212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FC6218B0-676D-4FD7-A2F4-167319589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32188" y="3754437"/>
            <a:ext cx="2843212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93C0C35-86AD-4724-8BAF-E638E4ADC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447100" y="4043461"/>
            <a:ext cx="2862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B909242-C49E-4165-AE02-554E89A37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47100" y="3754437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2036954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9513" y="6524625"/>
            <a:ext cx="4039071" cy="180747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‹N°›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0F7057-A030-4733-AA0A-AD461C655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20388-24E2-4B8A-85CB-59F1B98D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2124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20D7FC-C4A0-47A3-BF2E-4DDB17A6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DA169AB-EEF5-47D8-874B-E8257E4FA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792488" y="1736725"/>
            <a:ext cx="2124001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9B56E47-D7D8-4611-96EC-3F6C9F0E3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92488" y="1449388"/>
            <a:ext cx="2124001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8D220E3-EA54-465A-B4F6-582D8A4DF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989512" y="1736725"/>
            <a:ext cx="2124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79D11BD-9AE7-4ADE-B212-57BAE8DB1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9512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1F65CAF-6F97-4873-8904-D1C765C71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185100" y="1736725"/>
            <a:ext cx="2124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81DBCFF-BF32-4CEF-9A51-C97A7E2CF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85100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95A248-627F-4E3B-8944-BB6B7BFE4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1F98C4A9-61AB-49E6-9511-009FA8187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96900" y="4043461"/>
            <a:ext cx="2124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FC6218B0-676D-4FD7-A2F4-167319589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6900" y="3754437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93C0C35-86AD-4724-8BAF-E638E4ADC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792488" y="4043461"/>
            <a:ext cx="2124001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B909242-C49E-4165-AE02-554E89A37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488" y="3754437"/>
            <a:ext cx="2124001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6C5CA07E-97A4-4344-85E7-11E13791E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989512" y="4043461"/>
            <a:ext cx="2124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571275B-5B56-487D-AC9D-EDE743075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89512" y="3754437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97211CD-FB45-4694-8EB3-096D54705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185100" y="4043461"/>
            <a:ext cx="2124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59CDC92-B7C7-472C-9238-1EE8993D3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85100" y="3754437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4115240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9513" y="6524625"/>
            <a:ext cx="4039071" cy="180747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‹N°›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0F7057-A030-4733-AA0A-AD461C655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E6072D-4EB2-4D0C-A30C-41FCBC6C6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940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</a:defRPr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804747-4B59-4521-A194-281DDDF68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5F9927-066A-4E42-B902-7FE3DF2732F9}" type="slidenum">
              <a:rPr lang="en-GB" smtClean="0"/>
              <a:pPr/>
              <a:t>‹N°›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18420D-4C7C-F523-A214-5705D5AF64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 dirty="0"/>
              <a:t> </a:t>
            </a:r>
            <a:endParaRPr lang="en-GB" dirty="0"/>
          </a:p>
        </p:txBody>
      </p:sp>
      <p:grpSp>
        <p:nvGrpSpPr>
          <p:cNvPr id="6" name="CoverNote">
            <a:extLst>
              <a:ext uri="{FF2B5EF4-FFF2-40B4-BE49-F238E27FC236}">
                <a16:creationId xmlns:a16="http://schemas.microsoft.com/office/drawing/2014/main" id="{E96D45CD-D559-58D7-A1F9-7D3BB341F363}"/>
              </a:ext>
            </a:extLst>
          </p:cNvPr>
          <p:cNvGrpSpPr/>
          <p:nvPr userDrawn="1"/>
        </p:nvGrpSpPr>
        <p:grpSpPr>
          <a:xfrm>
            <a:off x="-2263140" y="0"/>
            <a:ext cx="2161541" cy="923924"/>
            <a:chOff x="-2263140" y="0"/>
            <a:chExt cx="2161541" cy="923924"/>
          </a:xfrm>
        </p:grpSpPr>
        <p:sp>
          <p:nvSpPr>
            <p:cNvPr id="9" name="coverNote">
              <a:extLst>
                <a:ext uri="{FF2B5EF4-FFF2-40B4-BE49-F238E27FC236}">
                  <a16:creationId xmlns:a16="http://schemas.microsoft.com/office/drawing/2014/main" id="{A1A0F8D3-31C2-9C46-29B2-A621A613BBB1}"/>
                </a:ext>
              </a:extLst>
            </p:cNvPr>
            <p:cNvSpPr>
              <a:spLocks/>
            </p:cNvSpPr>
            <p:nvPr userDrawn="1">
              <p:custDataLst>
                <p:tags r:id="rId1"/>
              </p:custDataLst>
            </p:nvPr>
          </p:nvSpPr>
          <p:spPr>
            <a:xfrm>
              <a:off x="-2263140" y="0"/>
              <a:ext cx="2161541" cy="923924"/>
            </a:xfrm>
            <a:prstGeom prst="foldedCorner">
              <a:avLst>
                <a:gd name="adj" fmla="val 23709"/>
              </a:avLst>
            </a:prstGeom>
            <a:solidFill>
              <a:schemeClr val="accent3"/>
            </a:solidFill>
            <a:ln>
              <a:noFill/>
            </a:ln>
            <a:effectLst/>
          </p:spPr>
          <p:txBody>
            <a:bodyPr lIns="72001" tIns="72001" rIns="72001" bIns="72001" anchor="t" anchorCtr="0"/>
            <a:lstStyle/>
            <a:p>
              <a:pPr>
                <a:spcAft>
                  <a:spcPts val="600"/>
                </a:spcAft>
              </a:pPr>
              <a:r>
                <a:rPr lang="en-GB" sz="799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divider with a background image can be found in UpSlide’s library.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D02E3D1-ECC4-59F7-594C-C5BCF0EB88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1336708" y="398085"/>
              <a:ext cx="308675" cy="407451"/>
            </a:xfrm>
            <a:prstGeom prst="rect">
              <a:avLst/>
            </a:prstGeom>
          </p:spPr>
        </p:pic>
      </p:grpSp>
      <p:sp>
        <p:nvSpPr>
          <p:cNvPr id="8" name="UpSlide Options" descr="{&#10;  &quot;NoBreadcrumb&quot;: true,&#10;  &quot;NoBreadcrumbNorReminder&quot;: true,&#10;  &quot;MinimumUpSlideVersion&quot;: &quot;0.0.0.0&quot;&#10;}" hidden="1">
            <a:extLst>
              <a:ext uri="{FF2B5EF4-FFF2-40B4-BE49-F238E27FC236}">
                <a16:creationId xmlns:a16="http://schemas.microsoft.com/office/drawing/2014/main" id="{AA26859D-3BDD-1DBB-B5EA-2918CE906F5F}"/>
              </a:ext>
            </a:extLst>
          </p:cNvPr>
          <p:cNvSpPr/>
          <p:nvPr userDrawn="1"/>
        </p:nvSpPr>
        <p:spPr>
          <a:xfrm>
            <a:off x="9906000" y="6858000"/>
            <a:ext cx="0" cy="0"/>
          </a:xfrm>
          <a:prstGeom prst="rect">
            <a:avLst/>
          </a:prstGeom>
          <a:solidFill>
            <a:srgbClr val="F0EC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99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</a:defRPr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3" name="appendixTitle">
            <a:extLst>
              <a:ext uri="{FF2B5EF4-FFF2-40B4-BE49-F238E27FC236}">
                <a16:creationId xmlns:a16="http://schemas.microsoft.com/office/drawing/2014/main" id="{0225EBAF-B819-4D80-9231-F3F753DA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596900" y="2915652"/>
            <a:ext cx="131125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defTabSz="457200">
              <a:defRPr sz="2400">
                <a:solidFill>
                  <a:srgbClr val="001E4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defRPr>
            </a:lvl1pPr>
            <a:lvl2pPr marL="457200" defTabSz="457200">
              <a:defRPr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defTabSz="457200">
              <a:defRPr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defTabSz="457200">
              <a:defRPr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defTabSz="457200">
              <a:defRPr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defTabSz="914400">
              <a:defRPr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defTabSz="914400">
              <a:defRPr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defTabSz="914400">
              <a:defRPr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defTabSz="914400">
              <a:defRPr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pPr lvl="0"/>
            <a:r>
              <a:rPr lang="en-GB" dirty="0">
                <a:latin typeface="+mj-lt"/>
              </a:rPr>
              <a:t>Appendix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A9D93A-4E47-4154-BDC5-EB3B86727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5F9927-066A-4E42-B902-7FE3DF2732F9}" type="slidenum">
              <a:rPr lang="en-GB" smtClean="0"/>
              <a:pPr/>
              <a:t>‹N°›</a:t>
            </a:fld>
            <a:endParaRPr lang="en-GB" dirty="0"/>
          </a:p>
        </p:txBody>
      </p:sp>
      <p:cxnSp>
        <p:nvCxnSpPr>
          <p:cNvPr id="10" name="lineSeparator">
            <a:extLst>
              <a:ext uri="{FF2B5EF4-FFF2-40B4-BE49-F238E27FC236}">
                <a16:creationId xmlns:a16="http://schemas.microsoft.com/office/drawing/2014/main" id="{13B318E4-168F-434C-8F49-48FD2250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60512" y="1341438"/>
            <a:ext cx="8856984" cy="0"/>
          </a:xfrm>
          <a:prstGeom prst="line">
            <a:avLst/>
          </a:prstGeom>
          <a:ln w="285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6DC74CE9-A419-EADA-9B52-F46F174E47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 dirty="0"/>
              <a:t> </a:t>
            </a:r>
            <a:endParaRPr lang="en-GB" dirty="0"/>
          </a:p>
        </p:txBody>
      </p:sp>
      <p:sp>
        <p:nvSpPr>
          <p:cNvPr id="6" name="UpSlide Options" descr="{&#10;  &quot;NoBreadcrumb&quot;: true,&#10;  &quot;NoBreadcrumbNorReminder&quot;: true,&#10;  &quot;MinimumUpSlideVersion&quot;: &quot;0.0.0.0&quot;&#10;}" hidden="1">
            <a:extLst>
              <a:ext uri="{FF2B5EF4-FFF2-40B4-BE49-F238E27FC236}">
                <a16:creationId xmlns:a16="http://schemas.microsoft.com/office/drawing/2014/main" id="{7F849134-7B59-88A9-6402-741CD3521FC0}"/>
              </a:ext>
            </a:extLst>
          </p:cNvPr>
          <p:cNvSpPr/>
          <p:nvPr userDrawn="1"/>
        </p:nvSpPr>
        <p:spPr>
          <a:xfrm>
            <a:off x="9906000" y="6858000"/>
            <a:ext cx="0" cy="0"/>
          </a:xfrm>
          <a:prstGeom prst="rect">
            <a:avLst/>
          </a:prstGeom>
          <a:solidFill>
            <a:srgbClr val="F0EC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75889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9513" y="6524625"/>
            <a:ext cx="4039071" cy="180747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5F9927-066A-4E42-B902-7FE3DF2732F9}" type="slidenum">
              <a:rPr lang="en-GB" smtClean="0"/>
              <a:pPr/>
              <a:t>‹N°›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E6072D-4EB2-4D0C-A30C-41FCBC6C6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F2E4FAF-46AD-1761-5B76-549A5586ACD9}"/>
              </a:ext>
            </a:extLst>
          </p:cNvPr>
          <p:cNvGrpSpPr/>
          <p:nvPr userDrawn="1"/>
        </p:nvGrpSpPr>
        <p:grpSpPr>
          <a:xfrm>
            <a:off x="-1915063" y="1745252"/>
            <a:ext cx="1813464" cy="1701140"/>
            <a:chOff x="-1915063" y="1628800"/>
            <a:chExt cx="1813464" cy="1701140"/>
          </a:xfrm>
        </p:grpSpPr>
        <p:sp>
          <p:nvSpPr>
            <p:cNvPr id="10" name="coverNote">
              <a:extLst>
                <a:ext uri="{FF2B5EF4-FFF2-40B4-BE49-F238E27FC236}">
                  <a16:creationId xmlns:a16="http://schemas.microsoft.com/office/drawing/2014/main" id="{276AA02D-7041-8D3C-25FB-1A6DD14F153B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-1915063" y="2468589"/>
              <a:ext cx="1813464" cy="861351"/>
            </a:xfrm>
            <a:prstGeom prst="foldedCorner">
              <a:avLst>
                <a:gd name="adj" fmla="val 23709"/>
              </a:avLst>
            </a:prstGeom>
            <a:solidFill>
              <a:schemeClr val="accent3"/>
            </a:solidFill>
            <a:ln>
              <a:noFill/>
            </a:ln>
            <a:effectLst/>
          </p:spPr>
          <p:txBody>
            <a:bodyPr lIns="72001" tIns="72001" rIns="72001" bIns="72001" anchor="t" anchorCtr="0"/>
            <a:lstStyle/>
            <a:p>
              <a:r>
                <a:rPr lang="en-GB" sz="799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Short template: Contents page is populated by each slide title. If a slide title is repeated between concurrent slides the Contents page will show only one entry. Update the Contents page using Refresh. 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BBD18DE-EE19-F226-189F-31C84347E6A0}"/>
                </a:ext>
              </a:extLst>
            </p:cNvPr>
            <p:cNvGrpSpPr/>
            <p:nvPr userDrawn="1"/>
          </p:nvGrpSpPr>
          <p:grpSpPr>
            <a:xfrm>
              <a:off x="-1138448" y="1628800"/>
              <a:ext cx="1036849" cy="727342"/>
              <a:chOff x="-1138448" y="1628800"/>
              <a:chExt cx="1036849" cy="727342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1C68F25F-788A-55F2-E012-7334AEED635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-1138448" y="1628800"/>
                <a:ext cx="1036849" cy="727342"/>
              </a:xfrm>
              <a:prstGeom prst="rect">
                <a:avLst/>
              </a:prstGeom>
              <a:ln>
                <a:solidFill>
                  <a:schemeClr val="bg2"/>
                </a:solidFill>
              </a:ln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2AF0FB0-7049-89E2-275C-9D314EFCD5D7}"/>
                  </a:ext>
                </a:extLst>
              </p:cNvPr>
              <p:cNvSpPr/>
              <p:nvPr userDrawn="1"/>
            </p:nvSpPr>
            <p:spPr>
              <a:xfrm>
                <a:off x="-492125" y="1651001"/>
                <a:ext cx="349250" cy="539750"/>
              </a:xfrm>
              <a:prstGeom prst="rect">
                <a:avLst/>
              </a:prstGeom>
              <a:noFill/>
              <a:ln>
                <a:solidFill>
                  <a:srgbClr val="392C63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000" dirty="0"/>
              </a:p>
            </p:txBody>
          </p:sp>
        </p:grpSp>
      </p:grpSp>
      <p:sp>
        <p:nvSpPr>
          <p:cNvPr id="2" name="UpSlide Options" descr="{&#10;  &quot;NoBreadcrumb&quot;: true,&#10;  &quot;NoBreadcrumbNorReminder&quot;: true,&#10;  &quot;MinimumUpSlideVersion&quot;: &quot;0.0.0.0&quot;&#10;}" hidden="1">
            <a:extLst>
              <a:ext uri="{FF2B5EF4-FFF2-40B4-BE49-F238E27FC236}">
                <a16:creationId xmlns:a16="http://schemas.microsoft.com/office/drawing/2014/main" id="{3221019C-8E3F-D50B-CB61-3D349CD3AD00}"/>
              </a:ext>
            </a:extLst>
          </p:cNvPr>
          <p:cNvSpPr/>
          <p:nvPr userDrawn="1"/>
        </p:nvSpPr>
        <p:spPr>
          <a:xfrm>
            <a:off x="9906000" y="6858000"/>
            <a:ext cx="0" cy="0"/>
          </a:xfrm>
          <a:prstGeom prst="rect">
            <a:avLst/>
          </a:prstGeom>
          <a:solidFill>
            <a:srgbClr val="F0EC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92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5CB825-A5CF-40F0-8DE1-A0A3C7B96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‹N°›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B686F12E-74F8-43B9-9028-D0E18E33606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B3456F-C4D9-4114-A2E2-629DBB92A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4E7722-78FE-445F-894C-00A7707AF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B9CB9638-0D34-4106-87B8-CA15D128D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772533B-98F5-4A4C-A3DC-901418F77EF4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19" name="Alert.svg">
              <a:extLst>
                <a:ext uri="{FF2B5EF4-FFF2-40B4-BE49-F238E27FC236}">
                  <a16:creationId xmlns:a16="http://schemas.microsoft.com/office/drawing/2014/main" id="{1FF1443D-C386-4C8D-B859-4815D1356DF5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20" name="Alert.svg">
              <a:extLst>
                <a:ext uri="{FF2B5EF4-FFF2-40B4-BE49-F238E27FC236}">
                  <a16:creationId xmlns:a16="http://schemas.microsoft.com/office/drawing/2014/main" id="{F4F190F0-0A98-4E7E-B9CC-40D97EE9C189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cxnSp>
        <p:nvCxnSpPr>
          <p:cNvPr id="22" name="lineSeparator">
            <a:extLst>
              <a:ext uri="{FF2B5EF4-FFF2-40B4-BE49-F238E27FC236}">
                <a16:creationId xmlns:a16="http://schemas.microsoft.com/office/drawing/2014/main" id="{BFEC5E96-29B4-C10E-B8AF-BB515A48CE6C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Shape, icon&#10;&#10;Description automatically generated">
            <a:extLst>
              <a:ext uri="{FF2B5EF4-FFF2-40B4-BE49-F238E27FC236}">
                <a16:creationId xmlns:a16="http://schemas.microsoft.com/office/drawing/2014/main" id="{0C137D38-CDDB-605E-FF22-D1C69FE3B6A7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867" y="268874"/>
            <a:ext cx="270441" cy="31786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02BF941-CCC2-D49D-556B-65B6C2409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GB" sz="1600" b="0" dirty="0">
                <a:latin typeface="+mn-lt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  <a:endParaRPr lang="en-GB" dirty="0"/>
          </a:p>
        </p:txBody>
      </p:sp>
      <p:sp>
        <p:nvSpPr>
          <p:cNvPr id="3" name="UpSlide Options" descr="{&#10;  &quot;NoBreadcrumb&quot;: true,&#10;  &quot;NoBreadcrumbNorReminder&quot;: true,&#10;  &quot;MinimumUpSlideVersion&quot;: &quot;0.0.0.0&quot;&#10;}" hidden="1">
            <a:extLst>
              <a:ext uri="{FF2B5EF4-FFF2-40B4-BE49-F238E27FC236}">
                <a16:creationId xmlns:a16="http://schemas.microsoft.com/office/drawing/2014/main" id="{6008FCDB-816D-A90A-20D5-0D1837A869C7}"/>
              </a:ext>
            </a:extLst>
          </p:cNvPr>
          <p:cNvSpPr/>
          <p:nvPr userDrawn="1"/>
        </p:nvSpPr>
        <p:spPr>
          <a:xfrm>
            <a:off x="9906000" y="6858000"/>
            <a:ext cx="0" cy="0"/>
          </a:xfrm>
          <a:prstGeom prst="rect">
            <a:avLst/>
          </a:prstGeom>
          <a:solidFill>
            <a:srgbClr val="F0EC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779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5CB825-A5CF-40F0-8DE1-A0A3C7B96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‹N°›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B686F12E-74F8-43B9-9028-D0E18E33606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B3456F-C4D9-4114-A2E2-629DBB92A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4E7722-78FE-445F-894C-00A7707AF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B0CEF7FE-6210-F1FE-8CE5-8EEB87758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449388"/>
            <a:ext cx="8712200" cy="485867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47D380F-2D15-9315-2459-9AB06758DB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GB" sz="1600" b="0" dirty="0">
                <a:latin typeface="+mn-lt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  <a:endParaRPr lang="en-GB" dirty="0"/>
          </a:p>
        </p:txBody>
      </p:sp>
      <p:cxnSp>
        <p:nvCxnSpPr>
          <p:cNvPr id="23" name="lineSeparator">
            <a:extLst>
              <a:ext uri="{FF2B5EF4-FFF2-40B4-BE49-F238E27FC236}">
                <a16:creationId xmlns:a16="http://schemas.microsoft.com/office/drawing/2014/main" id="{CA28AFD0-525A-A8C3-D621-17E66AC5ED4D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Shape, icon&#10;&#10;Description automatically generated">
            <a:extLst>
              <a:ext uri="{FF2B5EF4-FFF2-40B4-BE49-F238E27FC236}">
                <a16:creationId xmlns:a16="http://schemas.microsoft.com/office/drawing/2014/main" id="{42DA13E4-C59F-1B67-DD1D-A278581E7D1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867" y="268874"/>
            <a:ext cx="270441" cy="317862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E5FD8D41-E610-FBDD-34CC-AD4B1AAD6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BFCD0C6-4C2B-0776-68A9-A9DFF311A81A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27" name="Alert.svg">
              <a:extLst>
                <a:ext uri="{FF2B5EF4-FFF2-40B4-BE49-F238E27FC236}">
                  <a16:creationId xmlns:a16="http://schemas.microsoft.com/office/drawing/2014/main" id="{B969547C-B305-61D8-DE9F-8F3914EFB147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28" name="Alert.svg">
              <a:extLst>
                <a:ext uri="{FF2B5EF4-FFF2-40B4-BE49-F238E27FC236}">
                  <a16:creationId xmlns:a16="http://schemas.microsoft.com/office/drawing/2014/main" id="{77BF3D2D-16AD-C30B-7C87-43A727200902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10520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On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5CB825-A5CF-40F0-8DE1-A0A3C7B96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‹N°›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B686F12E-74F8-43B9-9028-D0E18E33606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B3456F-C4D9-4114-A2E2-629DBB92A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4E7722-78FE-445F-894C-00A7707AF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4BA97E18-2CD3-67BB-CDA3-A92A33A8A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latin typeface="+mn-lt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C4AFD425-D2C4-7DA0-2F6E-428EF5AA0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87122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EC8B828C-11CA-D7D8-A985-A6F7537F2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cxnSp>
        <p:nvCxnSpPr>
          <p:cNvPr id="26" name="lineSeparator">
            <a:extLst>
              <a:ext uri="{FF2B5EF4-FFF2-40B4-BE49-F238E27FC236}">
                <a16:creationId xmlns:a16="http://schemas.microsoft.com/office/drawing/2014/main" id="{6A4FEA65-C909-A7FA-4804-62D633D0020C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 descr="Shape, icon&#10;&#10;Description automatically generated">
            <a:extLst>
              <a:ext uri="{FF2B5EF4-FFF2-40B4-BE49-F238E27FC236}">
                <a16:creationId xmlns:a16="http://schemas.microsoft.com/office/drawing/2014/main" id="{1BE42FAE-0A30-939D-82E0-9E8437F5767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867" y="268874"/>
            <a:ext cx="270441" cy="317862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E1CF0FFE-EB84-7073-80EC-7551AF260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7733C5F-4BC4-3900-BEFD-A0E521F8E267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30" name="Alert.svg">
              <a:extLst>
                <a:ext uri="{FF2B5EF4-FFF2-40B4-BE49-F238E27FC236}">
                  <a16:creationId xmlns:a16="http://schemas.microsoft.com/office/drawing/2014/main" id="{27D1B052-B3BF-CA42-C9D0-4A731FB8F238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31" name="Alert.svg">
              <a:extLst>
                <a:ext uri="{FF2B5EF4-FFF2-40B4-BE49-F238E27FC236}">
                  <a16:creationId xmlns:a16="http://schemas.microsoft.com/office/drawing/2014/main" id="{9C7EF06A-DB7A-B34C-EFF7-9831C8F68D40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36723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Two Boxes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5CB825-A5CF-40F0-8DE1-A0A3C7B96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‹N°›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B686F12E-74F8-43B9-9028-D0E18E33606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B3456F-C4D9-4114-A2E2-629DBB92A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4E7722-78FE-445F-894C-00A7707AF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CF53CD-1659-E59F-31E4-80CDF6825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4319588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51C683FE-9AA3-8A5E-0193-0A4913071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ED6F4D84-0B38-501D-6080-FA010D324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92538" y="1736725"/>
            <a:ext cx="4316562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D81AB79-85EB-8AA2-2803-679B4C872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3" y="1449388"/>
            <a:ext cx="4319587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6FEC703-9758-31AF-8AED-0E0D3FF8A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latin typeface="+mn-lt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</a:p>
        </p:txBody>
      </p:sp>
      <p:cxnSp>
        <p:nvCxnSpPr>
          <p:cNvPr id="30" name="lineSeparator">
            <a:extLst>
              <a:ext uri="{FF2B5EF4-FFF2-40B4-BE49-F238E27FC236}">
                <a16:creationId xmlns:a16="http://schemas.microsoft.com/office/drawing/2014/main" id="{B1C807B4-CB04-4C2C-02A4-2534D8DC1EAD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Shape, icon&#10;&#10;Description automatically generated">
            <a:extLst>
              <a:ext uri="{FF2B5EF4-FFF2-40B4-BE49-F238E27FC236}">
                <a16:creationId xmlns:a16="http://schemas.microsoft.com/office/drawing/2014/main" id="{9AB48F16-AAEB-B708-D996-2CC7931ED9E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867" y="268874"/>
            <a:ext cx="270441" cy="317862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BC4F89BD-3CF1-F4E4-A21B-6FBDBC6D3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FA157C7-2E7E-D093-E5EB-0876016849A5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34" name="Alert.svg">
              <a:extLst>
                <a:ext uri="{FF2B5EF4-FFF2-40B4-BE49-F238E27FC236}">
                  <a16:creationId xmlns:a16="http://schemas.microsoft.com/office/drawing/2014/main" id="{6FE647BA-81B3-C983-08D0-FD584455D421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35" name="Alert.svg">
              <a:extLst>
                <a:ext uri="{FF2B5EF4-FFF2-40B4-BE49-F238E27FC236}">
                  <a16:creationId xmlns:a16="http://schemas.microsoft.com/office/drawing/2014/main" id="{BE178941-4321-7FF2-3277-73EF9714C24E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40692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Two Boxes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5CB825-A5CF-40F0-8DE1-A0A3C7B96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‹N°›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B686F12E-74F8-43B9-9028-D0E18E33606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B3456F-C4D9-4114-A2E2-629DBB92A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4E7722-78FE-445F-894C-00A7707AF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994C981D-4AAA-0E35-D9BF-9325E0A01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latin typeface="+mn-lt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3F018092-FFC3-5529-FB3A-D6011845B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87122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EE907BA-21C2-81FA-D26D-AEBA10722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3B055A27-45ED-408F-8C7C-1CA42AAF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6900" y="4043461"/>
            <a:ext cx="87122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B1534769-D56A-7B9D-F7A4-CC4248D5A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6900" y="3754437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cxnSp>
        <p:nvCxnSpPr>
          <p:cNvPr id="30" name="lineSeparator">
            <a:extLst>
              <a:ext uri="{FF2B5EF4-FFF2-40B4-BE49-F238E27FC236}">
                <a16:creationId xmlns:a16="http://schemas.microsoft.com/office/drawing/2014/main" id="{06D31869-C0E4-0F1D-FC49-8DC04E23C015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Shape, icon&#10;&#10;Description automatically generated">
            <a:extLst>
              <a:ext uri="{FF2B5EF4-FFF2-40B4-BE49-F238E27FC236}">
                <a16:creationId xmlns:a16="http://schemas.microsoft.com/office/drawing/2014/main" id="{7A02EA7D-6177-DD23-D8FD-577E42D72B7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867" y="268874"/>
            <a:ext cx="270441" cy="317862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280CA1E5-FE6B-10F2-DA27-701A20595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A8390C2-CC87-B941-0E96-591E4A4EEF31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34" name="Alert.svg">
              <a:extLst>
                <a:ext uri="{FF2B5EF4-FFF2-40B4-BE49-F238E27FC236}">
                  <a16:creationId xmlns:a16="http://schemas.microsoft.com/office/drawing/2014/main" id="{2B91D655-EA16-0E72-F0E5-1FDA46188011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35" name="Alert.svg">
              <a:extLst>
                <a:ext uri="{FF2B5EF4-FFF2-40B4-BE49-F238E27FC236}">
                  <a16:creationId xmlns:a16="http://schemas.microsoft.com/office/drawing/2014/main" id="{84AA7BAD-227E-402D-B014-A847514574D8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993360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Four Boxes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5CB825-A5CF-40F0-8DE1-A0A3C7B96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‹N°›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B686F12E-74F8-43B9-9028-D0E18E33606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B3456F-C4D9-4114-A2E2-629DBB92A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4E7722-78FE-445F-894C-00A7707AF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21640FB-ED59-C7D5-A4A2-F0E5044DC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4319588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0C8D9066-8586-C47D-43CF-06F841446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7C491854-24D0-F963-7E9D-6B918A84F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92538" y="1736725"/>
            <a:ext cx="4316562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2F3E325B-B499-1E5C-D8AA-64A91AEA7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3" y="1449388"/>
            <a:ext cx="4319587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163F5F7A-DF60-BAC5-AB18-25EE95956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6900" y="4043461"/>
            <a:ext cx="4319588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9C7284B-ECA4-C052-5B9D-E6B7E26C4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6900" y="3754437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236F2589-07E1-2826-F1F4-ADCF5203C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992538" y="4043461"/>
            <a:ext cx="4316562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6F62A81F-88B3-DFD7-A979-C8ED8042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92538" y="3754437"/>
            <a:ext cx="4316562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7" name="Title 2">
            <a:extLst>
              <a:ext uri="{FF2B5EF4-FFF2-40B4-BE49-F238E27FC236}">
                <a16:creationId xmlns:a16="http://schemas.microsoft.com/office/drawing/2014/main" id="{62308D53-C8AE-3B7F-5C1C-BB4517D30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GB" sz="1600" b="0" dirty="0">
                <a:latin typeface="+mn-lt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  <a:endParaRPr lang="en-GB" dirty="0"/>
          </a:p>
        </p:txBody>
      </p:sp>
      <p:cxnSp>
        <p:nvCxnSpPr>
          <p:cNvPr id="38" name="lineSeparator">
            <a:extLst>
              <a:ext uri="{FF2B5EF4-FFF2-40B4-BE49-F238E27FC236}">
                <a16:creationId xmlns:a16="http://schemas.microsoft.com/office/drawing/2014/main" id="{7D5DA729-02DF-C93B-D5D7-7B608C5CF400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Picture 38" descr="Shape, icon&#10;&#10;Description automatically generated">
            <a:extLst>
              <a:ext uri="{FF2B5EF4-FFF2-40B4-BE49-F238E27FC236}">
                <a16:creationId xmlns:a16="http://schemas.microsoft.com/office/drawing/2014/main" id="{0E2ECA3C-6920-0BA7-A639-D268ECE1A90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867" y="268874"/>
            <a:ext cx="270441" cy="317862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E4E07602-77B7-590D-E5F2-AA3C1CCD8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BA3E28C-FB10-1D6C-D67D-470A21C36C3F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42" name="Alert.svg">
              <a:extLst>
                <a:ext uri="{FF2B5EF4-FFF2-40B4-BE49-F238E27FC236}">
                  <a16:creationId xmlns:a16="http://schemas.microsoft.com/office/drawing/2014/main" id="{42BB857E-0384-0343-6A24-2F51CD032374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43" name="Alert.svg">
              <a:extLst>
                <a:ext uri="{FF2B5EF4-FFF2-40B4-BE49-F238E27FC236}">
                  <a16:creationId xmlns:a16="http://schemas.microsoft.com/office/drawing/2014/main" id="{DC99D8A5-0738-82BD-7DAB-07C69B2FEB03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15663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zone">
            <a:extLst>
              <a:ext uri="{FF2B5EF4-FFF2-40B4-BE49-F238E27FC236}">
                <a16:creationId xmlns:a16="http://schemas.microsoft.com/office/drawing/2014/main" id="{C602B1C9-15B2-458F-BADE-2B25315B0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8162131" y="1736725"/>
            <a:ext cx="887413" cy="4571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ection #">
            <a:extLst>
              <a:ext uri="{FF2B5EF4-FFF2-40B4-BE49-F238E27FC236}">
                <a16:creationId xmlns:a16="http://schemas.microsoft.com/office/drawing/2014/main" id="{60EDB5DA-861A-42E9-94CD-12E1795D5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02780" y="1341435"/>
            <a:ext cx="259557" cy="2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100" dirty="0">
                <a:latin typeface="+mn-lt"/>
              </a:rPr>
              <a:t>1</a:t>
            </a:r>
          </a:p>
        </p:txBody>
      </p:sp>
      <p:sp>
        <p:nvSpPr>
          <p:cNvPr id="25" name="section title">
            <a:extLst>
              <a:ext uri="{FF2B5EF4-FFF2-40B4-BE49-F238E27FC236}">
                <a16:creationId xmlns:a16="http://schemas.microsoft.com/office/drawing/2014/main" id="{CB492BDC-2C7B-4D6F-B9CF-0A949CD35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62337" y="1341435"/>
            <a:ext cx="6251251" cy="215444"/>
          </a:xfrm>
          <a:prstGeom prst="rect">
            <a:avLst/>
          </a:pr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noProof="0" dirty="0">
                <a:latin typeface="+mn-lt"/>
              </a:rPr>
              <a:t>Title of Section</a:t>
            </a:r>
          </a:p>
        </p:txBody>
      </p:sp>
      <p:sp>
        <p:nvSpPr>
          <p:cNvPr id="23" name="section index">
            <a:extLst>
              <a:ext uri="{FF2B5EF4-FFF2-40B4-BE49-F238E27FC236}">
                <a16:creationId xmlns:a16="http://schemas.microsoft.com/office/drawing/2014/main" id="{A3F27932-C4F9-41EA-8083-7870247BD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6530567" y="1341435"/>
            <a:ext cx="585000" cy="216000"/>
          </a:xfrm>
          <a:prstGeom prst="rect">
            <a:avLst/>
          </a:prstGeom>
          <a:noFill/>
        </p:spPr>
        <p:txBody>
          <a:bodyPr wrap="none" lIns="0" tIns="0" rIns="36576" bIns="0" rtlCol="0" anchor="t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100" dirty="0">
                <a:latin typeface="+mn-lt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6" name="slide index">
            <a:extLst>
              <a:ext uri="{FF2B5EF4-FFF2-40B4-BE49-F238E27FC236}">
                <a16:creationId xmlns:a16="http://schemas.microsoft.com/office/drawing/2014/main" id="{8559BBE5-A159-42A9-9EC1-34129DE4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6530569" y="2266948"/>
            <a:ext cx="585000" cy="216000"/>
          </a:xfrm>
          <a:prstGeom prst="rect">
            <a:avLst/>
          </a:prstGeom>
          <a:noFill/>
        </p:spPr>
        <p:txBody>
          <a:bodyPr wrap="none" lIns="0" tIns="0" rIns="36000" bIns="0" rtlCol="0" anchor="t" anchorCtr="0">
            <a:noAutofit/>
          </a:bodyPr>
          <a:lstStyle>
            <a:defPPr>
              <a:defRPr lang="en-US"/>
            </a:defPPr>
            <a:lvl1pPr lvl="0" algn="r">
              <a:defRPr sz="11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r>
              <a:rPr lang="fr-FR" sz="1100" dirty="0">
                <a:latin typeface="+mn-lt"/>
              </a:rPr>
              <a:t>1</a:t>
            </a:r>
          </a:p>
        </p:txBody>
      </p:sp>
      <p:sp>
        <p:nvSpPr>
          <p:cNvPr id="27" name="slide title">
            <a:extLst>
              <a:ext uri="{FF2B5EF4-FFF2-40B4-BE49-F238E27FC236}">
                <a16:creationId xmlns:a16="http://schemas.microsoft.com/office/drawing/2014/main" id="{D8B39EE1-7D0C-4E07-8F95-38EB2A05B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602781" y="2266950"/>
            <a:ext cx="6510808" cy="216534"/>
          </a:xfrm>
          <a:prstGeom prst="rect">
            <a:avLst/>
          </a:pr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wrap="square" lIns="0" tIns="0" rIns="360000" bIns="46800" rtlCol="0" anchor="t" anchorCtr="0">
            <a:spAutoFit/>
          </a:bodyPr>
          <a:lstStyle>
            <a:defPPr>
              <a:defRPr lang="en-US"/>
            </a:defPPr>
            <a:lvl1pPr lvl="0">
              <a:defRPr sz="11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1100" noProof="0" dirty="0">
                <a:latin typeface="+mn-lt"/>
              </a:rPr>
              <a:t>Title of Section</a:t>
            </a:r>
          </a:p>
        </p:txBody>
      </p:sp>
      <p:sp>
        <p:nvSpPr>
          <p:cNvPr id="28" name="subsection title">
            <a:extLst>
              <a:ext uri="{FF2B5EF4-FFF2-40B4-BE49-F238E27FC236}">
                <a16:creationId xmlns:a16="http://schemas.microsoft.com/office/drawing/2014/main" id="{01854E24-E6AC-4737-B387-B27FF97A1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1208585" y="1719072"/>
            <a:ext cx="5905004" cy="216000"/>
          </a:xfrm>
          <a:prstGeom prst="rect">
            <a:avLst/>
          </a:pr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 wrap="square" lIns="0" tIns="0" rIns="356616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noProof="0" dirty="0"/>
              <a:t>Title of Section</a:t>
            </a:r>
          </a:p>
        </p:txBody>
      </p:sp>
      <p:sp>
        <p:nvSpPr>
          <p:cNvPr id="29" name="subsection #">
            <a:extLst>
              <a:ext uri="{FF2B5EF4-FFF2-40B4-BE49-F238E27FC236}">
                <a16:creationId xmlns:a16="http://schemas.microsoft.com/office/drawing/2014/main" id="{5A2C0B10-7635-48E5-ABAA-FDD0CB55F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00495" y="1719072"/>
            <a:ext cx="259557" cy="2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100" dirty="0"/>
              <a:t>1.A</a:t>
            </a:r>
          </a:p>
        </p:txBody>
      </p:sp>
      <p:sp>
        <p:nvSpPr>
          <p:cNvPr id="30" name="subsection index">
            <a:extLst>
              <a:ext uri="{FF2B5EF4-FFF2-40B4-BE49-F238E27FC236}">
                <a16:creationId xmlns:a16="http://schemas.microsoft.com/office/drawing/2014/main" id="{34F4942E-8402-4C48-8F36-F75BF6766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6530568" y="1719072"/>
            <a:ext cx="585000" cy="216000"/>
          </a:xfrm>
          <a:prstGeom prst="rect">
            <a:avLst/>
          </a:prstGeom>
          <a:noFill/>
        </p:spPr>
        <p:txBody>
          <a:bodyPr wrap="none" lIns="0" tIns="0" rIns="36576" bIns="0" rtlCol="0" anchor="t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100" dirty="0"/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2C0C0A-14A8-78B8-0631-0642C01958B5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93448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2ACA730-1F11-4026-B1F1-7BBA71D26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 bwMode="auto">
          <a:xfrm>
            <a:off x="1798682" y="2287451"/>
            <a:ext cx="689610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35885"/>
                </a:solidFill>
                <a:effectLst/>
                <a:uLnTx/>
                <a:uFillTx/>
                <a:latin typeface="+mj-lt"/>
                <a:ea typeface="+mj-ea"/>
                <a:cs typeface="Arial" charset="0"/>
              </a:rPr>
              <a:t>Section Title</a:t>
            </a: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6458036A-1AD8-45E9-8010-0C5201225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 bwMode="auto">
          <a:xfrm>
            <a:off x="596898" y="5029192"/>
            <a:ext cx="8712000" cy="1028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Section Title</a:t>
            </a: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EBE7AB64-6589-4B8D-BA18-55EEB6925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596898" y="3156030"/>
            <a:ext cx="2667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#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6EFE29-FB17-7A9F-CA8F-0BD845ED0A13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1720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 Divider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>
            <a:extLst>
              <a:ext uri="{FF2B5EF4-FFF2-40B4-BE49-F238E27FC236}">
                <a16:creationId xmlns:a16="http://schemas.microsoft.com/office/drawing/2014/main" id="{9CCD1270-E7FD-403F-BA51-E6A91F72C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 bwMode="auto">
          <a:xfrm>
            <a:off x="596898" y="3156030"/>
            <a:ext cx="2667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#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3D045D-DA63-4DCD-BAE0-E54DEFFEF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 bwMode="auto">
          <a:xfrm>
            <a:off x="1123030" y="3279300"/>
            <a:ext cx="689610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charset="0"/>
              </a:rPr>
              <a:t>English word</a:t>
            </a: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4BDF0121-0EC2-4CFD-A528-2D2154EDB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596898" y="5029192"/>
            <a:ext cx="8712000" cy="1028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Sub Section 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0AA8FD-2FEE-397A-78A4-05C0049224BD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220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minder shapes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7AB985D-F8D0-9734-3BC2-376747CC6D3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607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7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459500"/>
            <a:ext cx="8388548" cy="3219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900" y="1449388"/>
            <a:ext cx="8712200" cy="48586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arrow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89513" y="6524625"/>
            <a:ext cx="4039071" cy="180747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rgbClr val="94929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0678" y="6525372"/>
            <a:ext cx="278422" cy="180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algn="r">
              <a:defRPr lang="en-GB" sz="900" smtClean="0">
                <a:solidFill>
                  <a:srgbClr val="94929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‹N°›</a:t>
            </a:fld>
            <a:endParaRPr lang="en-GB" dirty="0"/>
          </a:p>
        </p:txBody>
      </p:sp>
      <p:cxnSp>
        <p:nvCxnSpPr>
          <p:cNvPr id="12" name="lineSeparator">
            <a:extLst>
              <a:ext uri="{FF2B5EF4-FFF2-40B4-BE49-F238E27FC236}">
                <a16:creationId xmlns:a16="http://schemas.microsoft.com/office/drawing/2014/main" id="{92421E24-5C55-C9B2-BBBB-0B4E136352B6}"/>
              </a:ext>
            </a:extLst>
          </p:cNvPr>
          <p:cNvCxnSpPr>
            <a:cxnSpLocks/>
          </p:cNvCxnSpPr>
          <p:nvPr userDrawn="1">
            <p:custDataLst>
              <p:tags r:id="rId23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Shape, icon&#10;&#10;Description automatically generated">
            <a:extLst>
              <a:ext uri="{FF2B5EF4-FFF2-40B4-BE49-F238E27FC236}">
                <a16:creationId xmlns:a16="http://schemas.microsoft.com/office/drawing/2014/main" id="{A92645A3-E205-6C07-CA56-ED7FD55648AE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867" y="268874"/>
            <a:ext cx="270441" cy="31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036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01" r:id="rId2"/>
    <p:sldLayoutId id="2147483702" r:id="rId3"/>
    <p:sldLayoutId id="2147483679" r:id="rId4"/>
    <p:sldLayoutId id="2147483681" r:id="rId5"/>
    <p:sldLayoutId id="2147483682" r:id="rId6"/>
    <p:sldLayoutId id="2147483684" r:id="rId7"/>
    <p:sldLayoutId id="2147483687" r:id="rId8"/>
    <p:sldLayoutId id="2147483683" r:id="rId9"/>
    <p:sldLayoutId id="2147483688" r:id="rId10"/>
    <p:sldLayoutId id="2147483689" r:id="rId11"/>
    <p:sldLayoutId id="2147483662" r:id="rId12"/>
    <p:sldLayoutId id="2147483690" r:id="rId13"/>
    <p:sldLayoutId id="2147483694" r:id="rId14"/>
    <p:sldLayoutId id="2147483691" r:id="rId15"/>
    <p:sldLayoutId id="2147483693" r:id="rId16"/>
    <p:sldLayoutId id="2147483698" r:id="rId17"/>
    <p:sldLayoutId id="2147483695" r:id="rId18"/>
    <p:sldLayoutId id="2147483696" r:id="rId19"/>
    <p:sldLayoutId id="2147483699" r:id="rId20"/>
    <p:sldLayoutId id="2147483697" r:id="rId21"/>
  </p:sldLayoutIdLst>
  <p:hf hdr="0" dt="0"/>
  <p:txStyles>
    <p:titleStyle>
      <a:lvl1pPr algn="l" defTabSz="99057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-180000" algn="l" defTabSz="99057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0" indent="-180000" algn="l" defTabSz="99057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8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SzPct val="75000"/>
        <a:buFont typeface="Wingdings" panose="05000000000000000000" pitchFamily="2" charset="2"/>
        <a:buChar char=""/>
        <a:defRPr sz="1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36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SzPct val="100000"/>
        <a:buFont typeface="Arial" panose="020B0604020202020204" pitchFamily="34" charset="0"/>
        <a:buChar char="□"/>
        <a:defRPr sz="1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54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▪"/>
        <a:defRPr sz="1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72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▫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9057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None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bg1"/>
        </a:buClr>
        <a:buSzPct val="75000"/>
        <a:buFont typeface="Wingdings" panose="05000000000000000000" pitchFamily="2" charset="2"/>
        <a:buChar char="n"/>
        <a:defRPr sz="1000" kern="1200">
          <a:solidFill>
            <a:schemeClr val="bg1"/>
          </a:solidFill>
          <a:latin typeface="+mn-lt"/>
          <a:ea typeface="+mn-ea"/>
          <a:cs typeface="+mn-cs"/>
        </a:defRPr>
      </a:lvl8pPr>
      <a:lvl9pPr marL="36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bg1"/>
        </a:buClr>
        <a:buFont typeface="Arial" panose="020B0604020202020204" pitchFamily="34" charset="0"/>
        <a:buChar char="□"/>
        <a:defRPr sz="1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3" pos="376" userDrawn="1">
          <p15:clr>
            <a:srgbClr val="A4A3A4"/>
          </p15:clr>
        </p15:guide>
        <p15:guide id="4" pos="5864" userDrawn="1">
          <p15:clr>
            <a:srgbClr val="A4A3A4"/>
          </p15:clr>
        </p15:guide>
        <p15:guide id="5" orient="horz" pos="1094" userDrawn="1">
          <p15:clr>
            <a:srgbClr val="A4A3A4"/>
          </p15:clr>
        </p15:guide>
        <p15:guide id="6" orient="horz" pos="3974" userDrawn="1">
          <p15:clr>
            <a:srgbClr val="A4A3A4"/>
          </p15:clr>
        </p15:guide>
        <p15:guide id="7" pos="1714" userDrawn="1">
          <p15:clr>
            <a:srgbClr val="A4A3A4"/>
          </p15:clr>
        </p15:guide>
        <p15:guide id="8" pos="1759" userDrawn="1">
          <p15:clr>
            <a:srgbClr val="A4A3A4"/>
          </p15:clr>
        </p15:guide>
        <p15:guide id="9" pos="3097" userDrawn="1">
          <p15:clr>
            <a:srgbClr val="A4A3A4"/>
          </p15:clr>
        </p15:guide>
        <p15:guide id="10" pos="3143" userDrawn="1">
          <p15:clr>
            <a:srgbClr val="A4A3A4"/>
          </p15:clr>
        </p15:guide>
        <p15:guide id="13" pos="4526" userDrawn="1">
          <p15:clr>
            <a:srgbClr val="A4A3A4"/>
          </p15:clr>
        </p15:guide>
        <p15:guide id="14" pos="4481" userDrawn="1">
          <p15:clr>
            <a:srgbClr val="A4A3A4"/>
          </p15:clr>
        </p15:guide>
        <p15:guide id="17" orient="horz" pos="4224" userDrawn="1">
          <p15:clr>
            <a:srgbClr val="A4A3A4"/>
          </p15:clr>
        </p15:guide>
        <p15:guide id="18" orient="horz" pos="2319" userDrawn="1">
          <p15:clr>
            <a:srgbClr val="A4A3A4"/>
          </p15:clr>
        </p15:guide>
        <p15:guide id="19" orient="horz" pos="2364" userDrawn="1">
          <p15:clr>
            <a:srgbClr val="A4A3A4"/>
          </p15:clr>
        </p15:guide>
        <p15:guide id="20" orient="horz" pos="2500" userDrawn="1">
          <p15:clr>
            <a:srgbClr val="A4A3A4"/>
          </p15:clr>
        </p15:guide>
        <p15:guide id="21" orient="horz" pos="2546" userDrawn="1">
          <p15:clr>
            <a:srgbClr val="A4A3A4"/>
          </p15:clr>
        </p15:guide>
        <p15:guide id="22" orient="horz" pos="913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3">
            <a:extLst>
              <a:ext uri="{FF2B5EF4-FFF2-40B4-BE49-F238E27FC236}">
                <a16:creationId xmlns:a16="http://schemas.microsoft.com/office/drawing/2014/main" id="{782A5293-B172-8C2B-88F1-2C5625D47A60}"/>
              </a:ext>
            </a:extLst>
          </p:cNvPr>
          <p:cNvSpPr txBox="1">
            <a:spLocks/>
          </p:cNvSpPr>
          <p:nvPr userDrawn="1"/>
        </p:nvSpPr>
        <p:spPr>
          <a:xfrm>
            <a:off x="1" y="1525910"/>
            <a:ext cx="9906000" cy="119417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2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FF4648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UPSLIDE TABLE OF CONTENT MASTER. </a:t>
            </a:r>
          </a:p>
          <a:p>
            <a:pPr marL="0" marR="0" lvl="0" indent="0" algn="ctr" defTabSz="91442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FF4648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 NOT EDIT. DO NOT DELETE.</a:t>
            </a:r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3F257AA1-40E0-4710-AED0-9BFD14EF19E1}"/>
              </a:ext>
            </a:extLst>
          </p:cNvPr>
          <p:cNvPicPr>
            <a:picLocks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3001" y="3140968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07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2600" b="1" kern="1200">
          <a:solidFill>
            <a:srgbClr val="376092"/>
          </a:solidFill>
          <a:latin typeface="Garamond" pitchFamily="18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5pPr>
      <a:lvl6pPr marL="495285"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6pPr>
      <a:lvl7pPr marL="990570"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7pPr>
      <a:lvl8pPr marL="1485854"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8pPr>
      <a:lvl9pPr marL="1981139"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9pPr>
    </p:titleStyle>
    <p:bodyStyle>
      <a:lvl1pPr algn="l" rtl="0" fontAlgn="base">
        <a:spcBef>
          <a:spcPct val="20000"/>
        </a:spcBef>
        <a:spcAft>
          <a:spcPct val="0"/>
        </a:spcAft>
        <a:buClr>
          <a:srgbClr val="376092"/>
        </a:buClr>
        <a:buSzPct val="80000"/>
        <a:defRPr lang="en-US" sz="1517" b="1" kern="1200" dirty="0">
          <a:solidFill>
            <a:srgbClr val="376092"/>
          </a:solidFill>
          <a:latin typeface="Garamond" pitchFamily="18" charset="0"/>
          <a:ea typeface="+mj-ea"/>
          <a:cs typeface="+mj-cs"/>
        </a:defRPr>
      </a:lvl1pPr>
      <a:lvl2pPr algn="l" rtl="0" fontAlgn="base">
        <a:spcBef>
          <a:spcPct val="20000"/>
        </a:spcBef>
        <a:spcAft>
          <a:spcPct val="0"/>
        </a:spcAft>
        <a:buClr>
          <a:srgbClr val="376092"/>
        </a:buClr>
        <a:buFont typeface="Arial" charset="0"/>
        <a:defRPr lang="en-US" sz="1517" kern="1200" dirty="0">
          <a:solidFill>
            <a:schemeClr val="tx1"/>
          </a:solidFill>
          <a:latin typeface="Garamond" pitchFamily="18" charset="0"/>
          <a:ea typeface="+mn-ea"/>
          <a:cs typeface="+mn-cs"/>
        </a:defRPr>
      </a:lvl2pPr>
      <a:lvl3pPr marL="287197" indent="-287197" algn="l" rtl="0" fontAlgn="base">
        <a:spcBef>
          <a:spcPct val="20000"/>
        </a:spcBef>
        <a:spcAft>
          <a:spcPct val="0"/>
        </a:spcAft>
        <a:buClr>
          <a:srgbClr val="376092"/>
        </a:buClr>
        <a:buBlip>
          <a:blip r:embed="rId7"/>
        </a:buBlip>
        <a:defRPr lang="en-US" sz="1517" kern="1200">
          <a:solidFill>
            <a:schemeClr val="tx1"/>
          </a:solidFill>
          <a:latin typeface="Garamond" pitchFamily="18" charset="0"/>
          <a:ea typeface="+mn-ea"/>
          <a:cs typeface="+mn-cs"/>
        </a:defRPr>
      </a:lvl3pPr>
      <a:lvl4pPr marL="483247" indent="-196050" algn="l" rtl="0" fontAlgn="base">
        <a:spcBef>
          <a:spcPct val="20000"/>
        </a:spcBef>
        <a:spcAft>
          <a:spcPct val="0"/>
        </a:spcAft>
        <a:buFont typeface="Arial" charset="0"/>
        <a:buChar char="–"/>
        <a:defRPr lang="en-US" sz="1517" kern="1200" dirty="0">
          <a:solidFill>
            <a:schemeClr val="tx1"/>
          </a:solidFill>
          <a:latin typeface="Garamond" pitchFamily="18" charset="0"/>
          <a:ea typeface="+mj-ea"/>
          <a:cs typeface="+mj-cs"/>
        </a:defRPr>
      </a:lvl4pPr>
      <a:lvl5pPr marL="679297" indent="-196050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517" kern="1200" dirty="0">
          <a:solidFill>
            <a:schemeClr val="tx1"/>
          </a:solidFill>
          <a:latin typeface="Garamond" pitchFamily="18" charset="0"/>
          <a:ea typeface="+mj-ea"/>
          <a:cs typeface="+mj-cs"/>
        </a:defRPr>
      </a:lvl5pPr>
      <a:lvl6pPr marL="679297" marR="0" indent="196050" algn="l" defTabSz="99057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tx2"/>
        </a:buClr>
        <a:buSzTx/>
        <a:buFont typeface="Garamond" pitchFamily="18" charset="0"/>
        <a:buChar char="−"/>
        <a:tabLst/>
        <a:defRPr lang="en-US" sz="1517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071398" marR="0" indent="-196050" algn="l" defTabSz="99057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tx2"/>
        </a:buClr>
        <a:buSzTx/>
        <a:buFont typeface="Garamond" pitchFamily="18" charset="0"/>
        <a:buChar char="−"/>
        <a:tabLst/>
        <a:defRPr lang="en-US" sz="1517" kern="1200" baseline="0" dirty="0" smtClean="0">
          <a:solidFill>
            <a:schemeClr val="tx1"/>
          </a:solidFill>
          <a:latin typeface="Garamond" pitchFamily="18" charset="0"/>
          <a:ea typeface="+mn-ea"/>
          <a:cs typeface="+mn-cs"/>
        </a:defRPr>
      </a:lvl7pPr>
      <a:lvl8pPr marL="1267448" indent="-196050" algn="l" defTabSz="990570" rtl="0" eaLnBrk="1" latinLnBrk="0" hangingPunct="1">
        <a:spcBef>
          <a:spcPct val="20000"/>
        </a:spcBef>
        <a:buFont typeface="Garamond" pitchFamily="18" charset="0"/>
        <a:buChar char="−"/>
        <a:defRPr lang="en-US" sz="1517" kern="1200" baseline="0" dirty="0" smtClean="0">
          <a:solidFill>
            <a:schemeClr val="tx1"/>
          </a:solidFill>
          <a:latin typeface="Garamond" pitchFamily="18" charset="0"/>
          <a:ea typeface="+mn-ea"/>
          <a:cs typeface="+mn-cs"/>
        </a:defRPr>
      </a:lvl8pPr>
      <a:lvl9pPr marL="1451460" indent="-184013" algn="l" defTabSz="990570" rtl="0" eaLnBrk="1" latinLnBrk="0" hangingPunct="1">
        <a:spcBef>
          <a:spcPct val="20000"/>
        </a:spcBef>
        <a:buFont typeface="Garamond" pitchFamily="18" charset="0"/>
        <a:buChar char="−"/>
        <a:defRPr lang="en-US" sz="1517" kern="1200" baseline="0" dirty="0" smtClean="0">
          <a:solidFill>
            <a:schemeClr val="tx1"/>
          </a:solidFill>
          <a:latin typeface="Garamond" pitchFamily="18" charset="0"/>
          <a:ea typeface="+mn-ea"/>
          <a:cs typeface="+mn-cs"/>
        </a:defRPr>
      </a:lvl9pPr>
    </p:bodyStyle>
    <p:otherStyle>
      <a:defPPr>
        <a:defRPr lang="en-US"/>
      </a:defPPr>
      <a:lvl1pPr marL="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hbcp1.sharepoint.com/sites/S001314/Shared%20Documents/Forms/AllItems.aspx?id=%2Fsites%2FS001314%2FShared%20Documents%2F7%20%2D%20Ressources%2FQvidian%2FLibrary%2FProjet%20merge%20codes&amp;viewid=762e62c0%2D2f30%2D4374%2Db2f7%2Dc1df7f370d06&amp;ovuser=a3a61790%2De8ca%2D448a%2Db1be%2De046da74a581%2CJade%2ETouboul%2DRosette%40rothschildandco%2Ecom&amp;OR=Teams%2DHL&amp;CT=1746448060224&amp;clickparams=eyJBcHBOYW1lIjoiVGVhbXMtRGVza3RvcCIsIkFwcFZlcnNpb24iOiI0OS8yNTAyMTQwMDkxNSIsIkhhc0ZlZGVyYXRlZFVzZXIiOmZhbHNlfQ%3D%3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CC58D-69CC-24A2-CCC2-162274ED9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767951-9F77-A58B-5C0F-732156A8F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Projet Merge codes – RFP Team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8DBC3EA-4FC9-F852-CE43-DFFE0528F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7267B0-0E19-525D-ED83-D341E921A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1</a:t>
            </a:fld>
            <a:endParaRPr lang="en-GB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5C35F0B-922B-C92A-0ACE-DB8AAE89E5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Création et intégration dans nos textes</a:t>
            </a:r>
          </a:p>
        </p:txBody>
      </p:sp>
      <p:sp>
        <p:nvSpPr>
          <p:cNvPr id="6" name="Flèche : pentagone 5">
            <a:extLst>
              <a:ext uri="{FF2B5EF4-FFF2-40B4-BE49-F238E27FC236}">
                <a16:creationId xmlns:a16="http://schemas.microsoft.com/office/drawing/2014/main" id="{8230518A-0A5F-26FD-6FC1-5F827CC6FD30}"/>
              </a:ext>
            </a:extLst>
          </p:cNvPr>
          <p:cNvSpPr/>
          <p:nvPr/>
        </p:nvSpPr>
        <p:spPr>
          <a:xfrm>
            <a:off x="596899" y="1499346"/>
            <a:ext cx="4392613" cy="531159"/>
          </a:xfrm>
          <a:prstGeom prst="homePlate">
            <a:avLst/>
          </a:prstGeom>
          <a:solidFill>
            <a:srgbClr val="1C35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1"/>
            <a:r>
              <a:rPr lang="fr-FR" sz="1300" b="1" dirty="0">
                <a:solidFill>
                  <a:schemeClr val="bg1"/>
                </a:solidFill>
              </a:rPr>
              <a:t>PHASE 1 – Données équipes (AFG)</a:t>
            </a:r>
          </a:p>
        </p:txBody>
      </p:sp>
      <p:sp>
        <p:nvSpPr>
          <p:cNvPr id="7" name="Flèche : chevron 6">
            <a:extLst>
              <a:ext uri="{FF2B5EF4-FFF2-40B4-BE49-F238E27FC236}">
                <a16:creationId xmlns:a16="http://schemas.microsoft.com/office/drawing/2014/main" id="{D8851DA9-E45A-F4F7-43B2-736470741492}"/>
              </a:ext>
            </a:extLst>
          </p:cNvPr>
          <p:cNvSpPr/>
          <p:nvPr/>
        </p:nvSpPr>
        <p:spPr>
          <a:xfrm>
            <a:off x="5069541" y="1499346"/>
            <a:ext cx="3915907" cy="531159"/>
          </a:xfrm>
          <a:prstGeom prst="chevron">
            <a:avLst/>
          </a:prstGeom>
          <a:solidFill>
            <a:srgbClr val="F0EC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1"/>
            <a:r>
              <a:rPr lang="fr-FR" sz="1400" b="1" dirty="0">
                <a:solidFill>
                  <a:srgbClr val="1C355E"/>
                </a:solidFill>
              </a:rPr>
              <a:t>PHASE 2 – Données ESG 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66A36482-3970-F033-AA69-2879F5332218}"/>
              </a:ext>
            </a:extLst>
          </p:cNvPr>
          <p:cNvCxnSpPr>
            <a:cxnSpLocks/>
          </p:cNvCxnSpPr>
          <p:nvPr/>
        </p:nvCxnSpPr>
        <p:spPr>
          <a:xfrm>
            <a:off x="596899" y="2238936"/>
            <a:ext cx="0" cy="3600000"/>
          </a:xfrm>
          <a:prstGeom prst="line">
            <a:avLst/>
          </a:prstGeom>
          <a:ln w="9525">
            <a:solidFill>
              <a:srgbClr val="4C4A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68196413-C8A6-884D-AFC8-CF20B4936281}"/>
              </a:ext>
            </a:extLst>
          </p:cNvPr>
          <p:cNvCxnSpPr>
            <a:cxnSpLocks/>
          </p:cNvCxnSpPr>
          <p:nvPr/>
        </p:nvCxnSpPr>
        <p:spPr>
          <a:xfrm>
            <a:off x="4899212" y="2238936"/>
            <a:ext cx="0" cy="3600000"/>
          </a:xfrm>
          <a:prstGeom prst="line">
            <a:avLst/>
          </a:prstGeom>
          <a:ln w="9525">
            <a:solidFill>
              <a:srgbClr val="4C4A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67A51E03-2D5A-B0D8-B5A9-3CBB35D6CCB7}"/>
              </a:ext>
            </a:extLst>
          </p:cNvPr>
          <p:cNvSpPr txBox="1"/>
          <p:nvPr/>
        </p:nvSpPr>
        <p:spPr>
          <a:xfrm>
            <a:off x="1358899" y="2108761"/>
            <a:ext cx="2432049" cy="26035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fr-FR" sz="1100" i="1" dirty="0"/>
              <a:t>Objectif mi-avril 2026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2F1167C-1835-16BF-305F-A1A014E4AF74}"/>
              </a:ext>
            </a:extLst>
          </p:cNvPr>
          <p:cNvSpPr txBox="1"/>
          <p:nvPr/>
        </p:nvSpPr>
        <p:spPr>
          <a:xfrm>
            <a:off x="5811469" y="2108761"/>
            <a:ext cx="2432049" cy="26035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fr-FR" sz="1100" i="1" dirty="0"/>
              <a:t>Objectif fin août 2026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AF676D-B91D-B227-D125-8D9AA93ECAE1}"/>
              </a:ext>
            </a:extLst>
          </p:cNvPr>
          <p:cNvSpPr/>
          <p:nvPr/>
        </p:nvSpPr>
        <p:spPr>
          <a:xfrm>
            <a:off x="750845" y="2447366"/>
            <a:ext cx="3903705" cy="2911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chemeClr val="tx1"/>
                </a:solidFill>
              </a:rPr>
              <a:t>Années d’expérience individuelles société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chemeClr val="tx1"/>
                </a:solidFill>
              </a:rPr>
              <a:t>Années d’expérience individuelles industrie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14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chemeClr val="tx1"/>
                </a:solidFill>
              </a:rPr>
              <a:t>Années d’expérience moyenne équipes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chemeClr val="tx1"/>
                </a:solidFill>
              </a:rPr>
              <a:t>Nombre de membres de l’équipe total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chemeClr val="tx1"/>
                </a:solidFill>
              </a:rPr>
              <a:t>Nombre de membres de l’équipe analystes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chemeClr val="tx1"/>
                </a:solidFill>
              </a:rPr>
              <a:t>Nombre de membres de l’équipe gérants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14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chemeClr val="tx1"/>
                </a:solidFill>
              </a:rPr>
              <a:t>Noms des analystes (</a:t>
            </a:r>
            <a:r>
              <a:rPr lang="fr-FR" sz="1400" dirty="0" err="1">
                <a:solidFill>
                  <a:schemeClr val="tx1"/>
                </a:solidFill>
              </a:rPr>
              <a:t>Valor</a:t>
            </a:r>
            <a:r>
              <a:rPr lang="fr-FR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65E1EE-488A-B3CA-FD51-E4D7CB84D0F1}"/>
              </a:ext>
            </a:extLst>
          </p:cNvPr>
          <p:cNvSpPr/>
          <p:nvPr/>
        </p:nvSpPr>
        <p:spPr>
          <a:xfrm>
            <a:off x="5081743" y="2447366"/>
            <a:ext cx="3946841" cy="2911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400" dirty="0">
                <a:solidFill>
                  <a:schemeClr val="tx1"/>
                </a:solidFill>
              </a:rPr>
              <a:t>Identification des données lors du rangement New ESG</a:t>
            </a:r>
          </a:p>
        </p:txBody>
      </p:sp>
    </p:spTree>
    <p:extLst>
      <p:ext uri="{BB962C8B-B14F-4D97-AF65-F5344CB8AC3E}">
        <p14:creationId xmlns:p14="http://schemas.microsoft.com/office/powerpoint/2010/main" val="610818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D39CC-4735-BFB8-3B96-16C0E1463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EDEA25-7528-753B-E234-C8A6F8F9D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Projet Merge codes – RFP Team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DB41266-668E-262D-8E5E-BC364B916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685826-DF7D-2EFC-B426-E4465E66D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2</a:t>
            </a:fld>
            <a:endParaRPr lang="en-GB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8D179FC-7143-DEC6-AB51-0C162C031B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Proposition de répartition des merge codes</a:t>
            </a:r>
          </a:p>
        </p:txBody>
      </p:sp>
      <p:sp>
        <p:nvSpPr>
          <p:cNvPr id="6" name="Flèche : pentagone 5">
            <a:extLst>
              <a:ext uri="{FF2B5EF4-FFF2-40B4-BE49-F238E27FC236}">
                <a16:creationId xmlns:a16="http://schemas.microsoft.com/office/drawing/2014/main" id="{8C6A29E2-E1F8-56AE-4404-0414CB70DF09}"/>
              </a:ext>
            </a:extLst>
          </p:cNvPr>
          <p:cNvSpPr/>
          <p:nvPr/>
        </p:nvSpPr>
        <p:spPr>
          <a:xfrm>
            <a:off x="596899" y="1499346"/>
            <a:ext cx="8591550" cy="531159"/>
          </a:xfrm>
          <a:prstGeom prst="homePlate">
            <a:avLst/>
          </a:prstGeom>
          <a:solidFill>
            <a:srgbClr val="1C35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1"/>
            <a:r>
              <a:rPr lang="fr-FR" sz="1300" b="1" dirty="0">
                <a:solidFill>
                  <a:schemeClr val="bg1"/>
                </a:solidFill>
              </a:rPr>
              <a:t>PHASE 1 – Données équipes (AFG) : </a:t>
            </a:r>
            <a:r>
              <a:rPr lang="fr-FR" sz="1300" dirty="0">
                <a:solidFill>
                  <a:schemeClr val="bg1"/>
                </a:solidFill>
              </a:rPr>
              <a:t>expérience SDG, industrie, moyenne équipe…</a:t>
            </a:r>
            <a:endParaRPr lang="fr-FR" sz="1300" b="1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53EE88-236E-25CD-30C9-9B38BCE390A7}"/>
              </a:ext>
            </a:extLst>
          </p:cNvPr>
          <p:cNvSpPr/>
          <p:nvPr/>
        </p:nvSpPr>
        <p:spPr>
          <a:xfrm>
            <a:off x="596899" y="2354148"/>
            <a:ext cx="2772000" cy="338252"/>
          </a:xfrm>
          <a:prstGeom prst="rect">
            <a:avLst/>
          </a:prstGeom>
          <a:solidFill>
            <a:srgbClr val="CC9F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Emilie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2D650-BF3E-9100-9D0E-FDDE00C76F42}"/>
              </a:ext>
            </a:extLst>
          </p:cNvPr>
          <p:cNvSpPr/>
          <p:nvPr/>
        </p:nvSpPr>
        <p:spPr>
          <a:xfrm>
            <a:off x="3506674" y="2354148"/>
            <a:ext cx="2772000" cy="338252"/>
          </a:xfrm>
          <a:prstGeom prst="rect">
            <a:avLst/>
          </a:prstGeom>
          <a:solidFill>
            <a:srgbClr val="7785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Baptiste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430D49-631E-9CC0-A0CC-6960CE30AACF}"/>
              </a:ext>
            </a:extLst>
          </p:cNvPr>
          <p:cNvSpPr/>
          <p:nvPr/>
        </p:nvSpPr>
        <p:spPr>
          <a:xfrm>
            <a:off x="6416449" y="2354148"/>
            <a:ext cx="2772000" cy="338252"/>
          </a:xfrm>
          <a:prstGeom prst="rect">
            <a:avLst/>
          </a:prstGeom>
          <a:solidFill>
            <a:srgbClr val="B97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Jade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49983EF5-B695-FE19-D0F5-8B82E612D084}"/>
              </a:ext>
            </a:extLst>
          </p:cNvPr>
          <p:cNvSpPr/>
          <p:nvPr/>
        </p:nvSpPr>
        <p:spPr>
          <a:xfrm>
            <a:off x="596899" y="2946400"/>
            <a:ext cx="2772000" cy="338252"/>
          </a:xfrm>
          <a:prstGeom prst="roundRect">
            <a:avLst/>
          </a:prstGeom>
          <a:solidFill>
            <a:srgbClr val="F0EC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50" dirty="0">
                <a:solidFill>
                  <a:schemeClr val="tx1"/>
                </a:solidFill>
              </a:rPr>
              <a:t>Equipe Négociation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6E3AAB86-EA33-A86D-6C9D-F511D0199A08}"/>
              </a:ext>
            </a:extLst>
          </p:cNvPr>
          <p:cNvSpPr/>
          <p:nvPr/>
        </p:nvSpPr>
        <p:spPr>
          <a:xfrm>
            <a:off x="596899" y="3404223"/>
            <a:ext cx="2772000" cy="338252"/>
          </a:xfrm>
          <a:prstGeom prst="roundRect">
            <a:avLst/>
          </a:prstGeom>
          <a:solidFill>
            <a:srgbClr val="F0EC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50" dirty="0">
                <a:solidFill>
                  <a:schemeClr val="tx1"/>
                </a:solidFill>
              </a:rPr>
              <a:t>Equipe Investissement Durable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D106D693-0D85-0591-0E51-C4969078D4F4}"/>
              </a:ext>
            </a:extLst>
          </p:cNvPr>
          <p:cNvSpPr/>
          <p:nvPr/>
        </p:nvSpPr>
        <p:spPr>
          <a:xfrm>
            <a:off x="596899" y="3862046"/>
            <a:ext cx="2772000" cy="338252"/>
          </a:xfrm>
          <a:prstGeom prst="roundRect">
            <a:avLst/>
          </a:prstGeom>
          <a:solidFill>
            <a:srgbClr val="F0EC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50" dirty="0">
                <a:solidFill>
                  <a:schemeClr val="tx1"/>
                </a:solidFill>
              </a:rPr>
              <a:t>Equipe </a:t>
            </a:r>
            <a:r>
              <a:rPr lang="fr-FR" sz="1050" dirty="0" err="1">
                <a:solidFill>
                  <a:schemeClr val="tx1"/>
                </a:solidFill>
              </a:rPr>
              <a:t>Valor</a:t>
            </a:r>
            <a:endParaRPr lang="fr-FR" sz="1050" dirty="0">
              <a:solidFill>
                <a:schemeClr val="tx1"/>
              </a:solidFill>
            </a:endParaRP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B61ABED5-3028-5B72-726D-1230FCA1DE11}"/>
              </a:ext>
            </a:extLst>
          </p:cNvPr>
          <p:cNvSpPr/>
          <p:nvPr/>
        </p:nvSpPr>
        <p:spPr>
          <a:xfrm>
            <a:off x="3506674" y="2946400"/>
            <a:ext cx="2772000" cy="338252"/>
          </a:xfrm>
          <a:prstGeom prst="roundRect">
            <a:avLst/>
          </a:prstGeom>
          <a:solidFill>
            <a:srgbClr val="F0EC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50" dirty="0">
                <a:solidFill>
                  <a:schemeClr val="tx1"/>
                </a:solidFill>
              </a:rPr>
              <a:t>Equipe Obligataire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16F9526A-3C10-57F2-50B8-9D5D0CC60F37}"/>
              </a:ext>
            </a:extLst>
          </p:cNvPr>
          <p:cNvSpPr/>
          <p:nvPr/>
        </p:nvSpPr>
        <p:spPr>
          <a:xfrm>
            <a:off x="6416449" y="2922689"/>
            <a:ext cx="2772000" cy="338252"/>
          </a:xfrm>
          <a:prstGeom prst="roundRect">
            <a:avLst/>
          </a:prstGeom>
          <a:solidFill>
            <a:srgbClr val="F0EC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50" dirty="0">
                <a:solidFill>
                  <a:schemeClr val="tx1"/>
                </a:solidFill>
              </a:rPr>
              <a:t>Equipe Actions européennes &amp; thématiques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FC0732BF-1A20-BE5D-D62B-5AEF3E60E805}"/>
              </a:ext>
            </a:extLst>
          </p:cNvPr>
          <p:cNvSpPr/>
          <p:nvPr/>
        </p:nvSpPr>
        <p:spPr>
          <a:xfrm>
            <a:off x="6416449" y="3404223"/>
            <a:ext cx="2772000" cy="338252"/>
          </a:xfrm>
          <a:prstGeom prst="roundRect">
            <a:avLst/>
          </a:prstGeom>
          <a:solidFill>
            <a:srgbClr val="F0EC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50" dirty="0">
                <a:solidFill>
                  <a:schemeClr val="tx1"/>
                </a:solidFill>
              </a:rPr>
              <a:t>Equipe Architecture ouverte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5CBDED3B-455B-7F76-4441-71DF02D7A0A1}"/>
              </a:ext>
            </a:extLst>
          </p:cNvPr>
          <p:cNvSpPr/>
          <p:nvPr/>
        </p:nvSpPr>
        <p:spPr>
          <a:xfrm>
            <a:off x="6397889" y="3862046"/>
            <a:ext cx="2772000" cy="338252"/>
          </a:xfrm>
          <a:prstGeom prst="roundRect">
            <a:avLst/>
          </a:prstGeom>
          <a:solidFill>
            <a:srgbClr val="F0EC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50" dirty="0">
                <a:solidFill>
                  <a:schemeClr val="tx1"/>
                </a:solidFill>
              </a:rPr>
              <a:t>Responsables d’équipes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3079FFC1-526E-9FFB-EF84-83325EF14600}"/>
              </a:ext>
            </a:extLst>
          </p:cNvPr>
          <p:cNvSpPr/>
          <p:nvPr/>
        </p:nvSpPr>
        <p:spPr>
          <a:xfrm>
            <a:off x="3507163" y="3404223"/>
            <a:ext cx="2772000" cy="338252"/>
          </a:xfrm>
          <a:prstGeom prst="roundRect">
            <a:avLst/>
          </a:prstGeom>
          <a:solidFill>
            <a:srgbClr val="F0EC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50" dirty="0">
                <a:solidFill>
                  <a:schemeClr val="tx1"/>
                </a:solidFill>
              </a:rPr>
              <a:t>Equipe Risques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221EF060-2644-2243-BF64-94E7A25A4C30}"/>
              </a:ext>
            </a:extLst>
          </p:cNvPr>
          <p:cNvCxnSpPr/>
          <p:nvPr/>
        </p:nvCxnSpPr>
        <p:spPr>
          <a:xfrm>
            <a:off x="596899" y="4641850"/>
            <a:ext cx="8591550" cy="0"/>
          </a:xfrm>
          <a:prstGeom prst="line">
            <a:avLst/>
          </a:prstGeom>
          <a:ln>
            <a:solidFill>
              <a:srgbClr val="4C4A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A2FBC509-659B-24E7-61BE-416640CB0651}"/>
              </a:ext>
            </a:extLst>
          </p:cNvPr>
          <p:cNvSpPr txBox="1"/>
          <p:nvPr/>
        </p:nvSpPr>
        <p:spPr>
          <a:xfrm>
            <a:off x="673100" y="4781550"/>
            <a:ext cx="2051049" cy="40154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fr-FR" sz="1400" b="1" u="sng" dirty="0"/>
              <a:t>Format merge codes </a:t>
            </a:r>
            <a:r>
              <a:rPr lang="fr-FR" sz="1400" dirty="0">
                <a:latin typeface="+mj-lt"/>
              </a:rPr>
              <a:t>: </a:t>
            </a:r>
            <a:r>
              <a:rPr lang="fr-FR" sz="1400" dirty="0">
                <a:hlinkClick r:id="rId3"/>
              </a:rPr>
              <a:t>AM-RFP-CONF - Documents - Projet merge codes - All Documents</a:t>
            </a:r>
            <a:endParaRPr lang="fr-FR" sz="1400" dirty="0">
              <a:latin typeface="+mj-lt"/>
            </a:endParaRPr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D417D09A-00EC-A4E3-6695-A1C611A4C3D4}"/>
              </a:ext>
            </a:extLst>
          </p:cNvPr>
          <p:cNvCxnSpPr/>
          <p:nvPr/>
        </p:nvCxnSpPr>
        <p:spPr>
          <a:xfrm>
            <a:off x="596899" y="5183094"/>
            <a:ext cx="8591550" cy="0"/>
          </a:xfrm>
          <a:prstGeom prst="line">
            <a:avLst/>
          </a:prstGeom>
          <a:ln>
            <a:solidFill>
              <a:srgbClr val="4C4A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0DA3EDAD-B26F-AF02-AF91-F8231D197656}"/>
              </a:ext>
            </a:extLst>
          </p:cNvPr>
          <p:cNvSpPr/>
          <p:nvPr/>
        </p:nvSpPr>
        <p:spPr>
          <a:xfrm>
            <a:off x="596898" y="5358654"/>
            <a:ext cx="4502151" cy="9951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 dirty="0">
                <a:solidFill>
                  <a:schemeClr val="tx1"/>
                </a:solidFill>
              </a:rPr>
              <a:t>Lors de la création </a:t>
            </a:r>
            <a:r>
              <a:rPr lang="fr-FR" sz="1200" dirty="0">
                <a:solidFill>
                  <a:schemeClr val="tx1"/>
                </a:solidFill>
              </a:rPr>
              <a:t>: 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Indiquer dans la description l’usage du merge code</a:t>
            </a:r>
          </a:p>
          <a:p>
            <a:pPr algn="ctr"/>
            <a:endParaRPr lang="fr-FR" sz="1200" dirty="0">
              <a:solidFill>
                <a:schemeClr val="tx1"/>
              </a:solidFill>
            </a:endParaRPr>
          </a:p>
          <a:p>
            <a:pPr algn="ctr"/>
            <a:r>
              <a:rPr lang="fr-FR" sz="1200" i="1" dirty="0">
                <a:solidFill>
                  <a:schemeClr val="tx1"/>
                </a:solidFill>
              </a:rPr>
              <a:t>Ex : Expérience dans l’industrie de XX [Nom]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917BEA2-9FC5-C1BA-7FF3-E8A72FB07221}"/>
              </a:ext>
            </a:extLst>
          </p:cNvPr>
          <p:cNvSpPr/>
          <p:nvPr/>
        </p:nvSpPr>
        <p:spPr>
          <a:xfrm>
            <a:off x="5181600" y="5353902"/>
            <a:ext cx="4039072" cy="9951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 dirty="0">
                <a:solidFill>
                  <a:schemeClr val="tx1"/>
                </a:solidFill>
              </a:rPr>
              <a:t>Format</a:t>
            </a:r>
            <a:endParaRPr lang="fr-FR" sz="1200" dirty="0">
              <a:solidFill>
                <a:schemeClr val="tx1"/>
              </a:solidFill>
            </a:endParaRP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Seulement le nombre, ne pas inclure « ans » ou « </a:t>
            </a:r>
            <a:r>
              <a:rPr lang="fr-FR" sz="1200" dirty="0" err="1">
                <a:solidFill>
                  <a:schemeClr val="tx1"/>
                </a:solidFill>
              </a:rPr>
              <a:t>year</a:t>
            </a:r>
            <a:r>
              <a:rPr lang="fr-FR" sz="1200" dirty="0">
                <a:solidFill>
                  <a:schemeClr val="tx1"/>
                </a:solidFill>
              </a:rPr>
              <a:t> » pour que le merge code fonctionne en FR/EN</a:t>
            </a:r>
          </a:p>
        </p:txBody>
      </p:sp>
    </p:spTree>
    <p:extLst>
      <p:ext uri="{BB962C8B-B14F-4D97-AF65-F5344CB8AC3E}">
        <p14:creationId xmlns:p14="http://schemas.microsoft.com/office/powerpoint/2010/main" val="23029920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PRINTFACINGPAGESDESIGN" val="Rothschild and Co - UpSlide"/>
  <p:tag name="UPSLIDETOCALGOID" val="ScriptedShapesTocAlgo"/>
  <p:tag name="FOOTERSCRIPT" val="&lt;%Sensitivity/status%&gt;"/>
  <p:tag name="UPSLIDETOCMASTERID" val="A4 v3.002 08 2022"/>
  <p:tag name="UPSLIDETOCMASTERNAME" val="A4 v3.0"/>
  <p:tag name="UPSLIDETOCMASTERLASTEDITIONDATE" val="637799294233535538"/>
  <p:tag name="TEMPLATESHORTNAMETAG" val="Short - A4 - EN"/>
  <p:tag name="TEMPLATEFULLNAMETAG" val="Short - A4 - EN"/>
  <p:tag name="UPSLIDEPRINTTWOSIDES" val="TRUE"/>
  <p:tag name="UPSLIDEPRINTFACINGPAGESLAYOUT" val="Facing Page Title and Text"/>
  <p:tag name="UPSLIDEPRINTUSEAUTOGENERATEDFACINGPAGELAYOUT" val="TRUE"/>
  <p:tag name="UPSLIDEPRINTBLANKFACINGPAGESDESIGN" val="Rothschild and Co - UpSlide"/>
  <p:tag name="UPSLIDEPRINTBLANKFACINGPAGESLAYOUT" val="Blank"/>
  <p:tag name="UPSLIDE" val="Rot02447_NEW - Short - A4 - EN_07-15-2022"/>
  <p:tag name="UPSLIDEVERSION" val="6.8.19.0"/>
  <p:tag name="UPSLIDETOCOPTIONS" val="&lt;?xml version=&quot;1.0&quot; encoding=&quot;utf-16&quot;?&gt;&#10;&lt;TocContentOptions xmlns:xsd=&quot;http://www.w3.org/2001/XMLSchema&quot; xmlns:xsi=&quot;http://www.w3.org/2001/XMLSchema-instance&quot;&gt;&#10;  &lt;TocSlidesOptions&gt;&#10;    &lt;ContainsSubSectionTitles&gt;false&lt;/ContainsSubSectionTitles&gt;&#10;    &lt;ContainsSlideTitles&gt;true&lt;/ContainsSlideTitles&gt;&#10;    &lt;ContainsParentLessSlidesTitles&gt;true&lt;/ContainsParentLessSlidesTitles&gt;&#10;    &lt;ContainsPrentLessSubsections&gt;false&lt;/ContainsPrentLessSubsections&gt;&#10;    &lt;ContainsAppendix&gt;true&lt;/ContainsAppendix&gt;&#10;    &lt;ContainsUnNumberedSections&gt;true&lt;/ContainsUnNumberedSections&gt;&#10;    &lt;SlideTitle&gt;Contents&lt;/SlideTitle&gt;&#10;  &lt;/TocSlidesOptions&gt;&#10;  &lt;SectionSlideOptions&gt;&#10;    &lt;ContainsOwnSubSection&gt;false&lt;/ContainsOwnSubSection&gt;&#10;    &lt;ContainsOwnSlide&gt;false&lt;/ContainsOwnSlide&gt;&#10;    &lt;ContainsOtherSections&gt;false&lt;/ContainsOtherSections&gt;&#10;    &lt;ContainsOthersSubsection&gt;false&lt;/ContainsOthersSubsection&gt;&#10;    &lt;containsAppendix&gt;true&lt;/containsAppendix&gt;&#10;    &lt;containsUnnumberedSections&gt;true&lt;/containsUnnumberedSections&gt;&#10;    &lt;SlideTitle /&gt;&#10;  &lt;/SectionSlideOptions&gt;&#10;  &lt;SubSectionSlideOptions&gt;&#10;    &lt;ContainsOtherSubsections&gt;false&lt;/ContainsOtherSubsections&gt;&#10;    &lt;ContainsOwnSlides&gt;false&lt;/ContainsOwnSlides&gt;&#10;    &lt;ContainsParentSection&gt;true&lt;/ContainsParentSection&gt;&#10;    &lt;ContainsOtherSections&gt;true&lt;/ContainsOtherSections&gt;&#10;    &lt;containsAppendix&gt;true&lt;/containsAppendix&gt;&#10;    &lt;containsUnnumberedSections&gt;true&lt;/containsUnnumberedSections&gt;&#10;    &lt;SlideTitle&gt;Appendix&lt;/SlideTitle&gt;&#10;  &lt;/SubSectionSlideOptions&gt;&#10;  &lt;UsedSlideLayouts&gt;&#10;    &lt;TocSlidesLayout&gt;&#10;      &lt;DesignName&gt;Rothschild and Co - UpSlide&lt;/DesignName&gt;&#10;      &lt;LayoutName&gt;Contents page&lt;/LayoutName&gt;&#10;    &lt;/TocSlidesLayout&gt;&#10;    &lt;SectionLayout&gt;&#10;      &lt;DesignName&gt;Rothschild and Co - UpSlide&lt;/DesignName&gt;&#10;      &lt;LayoutName&gt;Divider&lt;/LayoutName&gt;&#10;    &lt;/SectionLayout&gt;&#10;    &lt;SubsectionLayout&gt;&#10;      &lt;DesignName&gt;Rothschild and Co - UpSlide&lt;/DesignName&gt;&#10;      &lt;LayoutName&gt;Subsection Divider&lt;/LayoutName&gt;&#10;    &lt;/SubsectionLayout&gt;&#10;    &lt;AppendixLayout&gt;&#10;      &lt;DesignName&gt;Rothschild and Co - UpSlide&lt;/DesignName&gt;&#10;      &lt;LayoutName&gt;Divider&lt;/LayoutName&gt;&#10;    &lt;/AppendixLayout&gt;&#10;    &lt;TitleSliLayout&gt;&#10;      &lt;DesignName&gt;Rothschild and Co - UpSlide&lt;/DesignName&gt;&#10;      &lt;LayoutName&gt;Title Slide&lt;/LayoutName&gt;&#10;    &lt;/TitleSliLayout&gt;&#10;  &lt;/UsedSlideLayouts&gt;&#10;  &lt;ActiveReminders&gt;&#10;    &lt;MigrationVersion&gt;6.8.8.1&lt;/MigrationVersion&gt;&#10;  &lt;/ActiveReminders&gt;&#10;  &lt;HardRefreshRequired&gt;true&lt;/HardRefreshRequired&gt;&#10;  &lt;CustomAlgoOptions xsi:type=&quot;ScriptedSpecificAlgoOptions&quot;&gt;&#10;    &lt;CustomBaseAlgoOptions&gt;&#10;      &lt;UseSlideTitleAsSubSectionMarker&gt;false&lt;/UseSlideTitleAsSubSectionMarker&gt;&#10;      &lt;SlideTitleAsSectionMarker&gt;&#10;        &lt;UseTitleAsReminder&gt;false&lt;/UseTitleAsReminder&gt;&#10;      &lt;/SlideTitleAsSectionMarker&gt;&#10;      &lt;ShowSectionNums&gt;true&lt;/ShowSectionNums&gt;&#10;      &lt;ShowSlideIndex&gt;true&lt;/ShowSlideIndex&gt;&#10;      &lt;myColorOfNonCurrentItems&gt;&#10;        &lt;UseFixedColor&gt;false&lt;/UseFixedColor&gt;&#10;        &lt;R&gt;0&lt;/R&gt;&#10;        &lt;G&gt;0&lt;/G&gt;&#10;        &lt;B&gt;0&lt;/B&gt;&#10;      &lt;/myColorOfNonCurrentItems&gt;&#10;      &lt;currentItemFormat&gt;&#10;        &lt;UseBanner&gt;false&lt;/UseBanner&gt;&#10;        &lt;BannerFillR&gt;0&lt;/BannerFillR&gt;&#10;        &lt;BannerFillG&gt;0&lt;/BannerFillG&gt;&#10;        &lt;BannerFillB&gt;0&lt;/BannerFillB&gt;&#10;        &lt;ForceBold&gt;false&lt;/ForceBold&gt;&#10;        &lt;ApplyToSubSections&gt;true&lt;/ApplyToSubSections&gt;&#10;        &lt;ApplyToSectionsOnSubSectionDividers&gt;false&lt;/ApplyToSectionsOnSubSectionDividers&gt;&#10;        &lt;UseSubSecSpecificBanner&gt;false&lt;/UseSubSecSpecificBanner&gt;&#10;        &lt;SubSecBannerFillR&gt;0&lt;/SubSecBannerFillR&gt;&#10;        &lt;SubSecBannerFillG&gt;0&lt;/SubSecBannerFillG&gt;&#10;        &lt;SubSecBannerFillB&gt;0&lt;/SubSecBannerFillB&gt;&#10;      &lt;/currentItemFormat&gt;&#10;      &lt;nonCurrentItemAttenuation&gt;&#10;        &lt;Shading&gt;0.6&lt;/Shading&gt;&#10;      &lt;/nonCurrentItemAttenuation&gt;&#10;      &lt;ForceDisplayTOCOnTwocolumns&gt;false&lt;/ForceDisplayTOCOnTwocolumns&gt;&#10;      &lt;DisplayTOCOnTwocolumns&gt;false&lt;/DisplayTOCOnTwocolumns&gt;&#10;      &lt;Scripts&gt;&#10;        &lt;BeforeSubSecTitle /&gt;&#10;        &lt;BeforeSlideIndex /&gt;&#10;        &lt;AfterSecNum /&gt;&#10;        &lt;BeforeSecNum /&gt;&#10;        &lt;AfterSubSecNum /&gt;&#10;        &lt;BeforeSubSecNum /&gt;&#10;      &lt;/Scripts&gt;&#10;      &lt;Lines&gt;&#10;        &lt;UseLineBelowSections&gt;false&lt;/UseLineBelowSections&gt;&#10;        &lt;LineBelowSection&gt;&#10;          &lt;XOffset&gt;22&lt;/XOffset&gt;&#10;          &lt;YOffset&gt;0&lt;/YOffset&gt;&#10;          &lt;Weight&gt;0&lt;/Weight&gt;&#10;          &lt;R&gt;198&lt;/R&gt;&#10;          &lt;G&gt;198&lt;/G&gt;&#10;          &lt;B&gt;197&lt;/B&gt;&#10;          &lt;LineStyle&gt;1&lt;/LineStyle&gt;&#10;        &lt;/LineBelowSection&gt;&#10;      &lt;/Lines&gt;&#10;      &lt;ManVerticalSpacing&gt;&#10;        &lt;UseManualSpacing&gt;true&lt;/UseManualSpacing&gt;&#10;        &lt;ManualSpacing&gt;&#10;          &lt;SpaceBeforeSections&gt;4&lt;/SpaceBeforeSections&gt;&#10;          &lt;SpaceBeforeSubSections&gt;4&lt;/SpaceBeforeSubSections&gt;&#10;          &lt;SpaceBeforeSlides&gt;4&lt;/SpaceBeforeSlides&gt;&#10;        &lt;/ManualSpacing&gt;&#10;        &lt;ManualSpacingSections&gt;&#10;          &lt;SpaceBeforeSections&gt;17.4750233&lt;/SpaceBeforeSections&gt;&#10;          &lt;SpaceBeforeSubSections&gt;11.6500158&lt;/SpaceBeforeSubSections&gt;&#10;          &lt;SpaceBeforeSlides&gt;5.825008&lt;/SpaceBeforeSlides&gt;&#10;        &lt;/ManualSpacingSections&gt;&#10;        &lt;ManualSpacingSubSections&gt;&#10;          &lt;SpaceBeforeSections&gt;17.4750233&lt;/SpaceBeforeSections&gt;&#10;          &lt;SpaceBeforeSubSections&gt;11.6500158&lt;/SpaceBeforeSubSections&gt;&#10;          &lt;SpaceBeforeSlides&gt;5.825008&lt;/SpaceBeforeSlides&gt;&#10;        &lt;/ManualSpacingSubSections&gt;&#10;        &lt;UseSpecificSpacingForSecDivider&gt;false&lt;/UseSpecificSpacingForSecDivider&gt;&#10;        &lt;UseSpecificSpacingForSubSecDivider&gt;false&lt;/UseSpecificSpacingForSubSecDivider&gt;&#10;      &lt;/ManVerticalSpacing&gt;&#10;    &lt;/CustomBaseAlgoOptions&gt;&#10;    &lt;Sh1SecDividerOptions&gt;&#10;      &lt;UseShapeInDividers&gt;true&lt;/UseShapeInDividers&gt;&#10;      &lt;script&gt;&amp;lt;%SectionName%&amp;gt;&lt;/script&gt;&#10;    &lt;/Sh1SecDividerOptions&gt;&#10;    &lt;Sh2SecDividerOptions&gt;&#10;      &lt;UseShapeInDividers&gt;true&lt;/UseShapeInDividers&gt;&#10;      &lt;script&gt;&amp;lt;%SectionNum%&amp;gt;&lt;/script&gt;&#10;    &lt;/Sh2SecDividerOptions&gt;&#10;    &lt;Sh3SecDividerOptions&gt;&#10;      &lt;UseShapeInDividers&gt;false&lt;/UseShapeInDividers&gt;&#10;    &lt;/Sh3SecDividerOptions&gt;&#10;    &lt;Sh1SubSecDividerOptions&gt;&#10;      &lt;UseShapeInDividers&gt;true&lt;/UseShapeInDividers&gt;&#10;      &lt;script&gt;&amp;lt;%SubSectionName%&amp;gt;&lt;/script&gt;&#10;    &lt;/Sh1SubSecDividerOptions&gt;&#10;    &lt;Sh2SubSecDividerOptions&gt;&#10;      &lt;UseShapeInDividers&gt;true&lt;/UseShapeInDividers&gt;&#10;      &lt;script&gt;&amp;lt;%SubSectionNum%&amp;gt;&lt;/script&gt;&#10;    &lt;/Sh2SubSecDividerOptions&gt;&#10;    &lt;Sh3SubSecDividerOptions&gt;&#10;      &lt;UseShapeInDividers&gt;false&lt;/UseShapeInDividers&gt;&#10;      &lt;script /&gt;&#10;    &lt;/Sh3SubSecDividerOptions&gt;&#10;    &lt;ThreeLevelTOC&gt;false&lt;/ThreeLevelTOC&gt;&#10;  &lt;/CustomAlgoOptions&gt;&#10;  &lt;UserPresentationOptions&gt;&#10;    &lt;SubSectionsHaveSlide xsi:nil=&quot;true&quot; /&gt;&#10;    &lt;SectionDividersContainOwnSubSections xsi:nil=&quot;true&quot; /&gt;&#10;    &lt;SectionDividersContainOwnSlideTitles xsi:nil=&quot;true&quot; /&gt;&#10;    &lt;SubSectionDividersContainOwnSlideTitles xsi:nil=&quot;true&quot; /&gt;&#10;    &lt;TOCSlidesContainSubsectionTitles xsi:nil=&quot;true&quot; /&gt;&#10;    &lt;DisplayRemindersOnSlides&gt;true&lt;/DisplayRemindersOnSlides&gt;&#10;  &lt;/UserPresentationOptions&gt;&#10;  &lt;XmlSubSectionsHaveSlide&gt;false&lt;/XmlSubSectionsHaveSlide&gt;&#10;  &lt;AllowDuplicateTitleSlides&gt;false&lt;/AllowDuplicateTitleSlides&gt;&#10;  &lt;ShowEmptySlideTitles&gt;false&lt;/ShowEmptySlideTitles&gt;&#10;  &lt;NumberingOption&gt;&#10;    &lt;NumType&gt;FullArabic&lt;/NumType&gt;&#10;  &lt;/NumberingOption&gt;&#10;  &lt;NumberingOptionForAppendix&gt;&#10;    &lt;NumType&gt;ArabicAndCapitalLetters&lt;/NumType&gt;&#10;  &lt;/NumberingOptionForAppendix&gt;&#10;&lt;/TocContentOptions&gt;"/>
  <p:tag name="UPSLIDEFOOTNOTESHAPE" val="{&#10;  &quot;Data&quot;: &quot;UEsDBBQABgAIAAAAIQC75UiUBQEAAB4CAAATAAAAW0NvbnRlbnRfVHlwZXNdLnhtbKSRvU7DMBSFdyTewfKKEqcMCKEmHfgZgaE8wMW+SSwc27JvS/v23KTJgkoXFsu+P+c7Ol5vDoMTe0zZBl/LVVlJgV4HY31Xy4/tS3EvRSbwBlzwWMsjZrlprq/W22PELHjb51r2RPFBqax7HCCXIaLnThvSAMTP1KkI+gs6VLdVdad08ISeCho1ZLN+whZ2jsTzgcsnJwldluLxNDiyagkxOquB2Knae/OLUsyEkjenmdzbmG/YhlRnCWPnb8C898bRJGtQvEOiVxjYhtLOxs8AySiT4JuDystlVV4WPeM6tK3VaILeDZxIOSsuti/jidNGNZ3/J08yC1dNv9v8AAAA//8DAFBLAwQUAAYACAAAACEArTA/8cEAAAAyAQAACwAAAF9yZWxzLy5yZWxzhI/NCsIwEITvgu8Q9m7TehCRpr2I4FX0AdZk2wbbJGTj39ubi6AgeJtl2G9m6vYxjeJGka13CqqiBEFOe2Ndr+B03C3WIDihMzh6RwqexNA281l9oBFTfuLBBhaZ4ljBkFLYSMl6oAm58IFcdjofJ0z5jL0MqC/Yk1yW5UrGTwY0X0yxNwri3lQgjs+Qk/+zfddZTVuvrxO59CNCmoj3vCwjMfaUFOjRhrPHaN4Wv0VV5OYgm1p+LW1eAAAA//8DAFBLAwQUAAYACAAAACEAC6pJGs0EAAAyGAAAHwAAAGNsaXBib2FyZC9kcmF3aW5ncy9kcmF3aW5nMS54bWzsWM1u4zYQvhfoOwi6LhTrx5Z/sMoidqJggSA11il6pijaVkORAkm7Thb7Gr333Lfqk3RIUbGiuAF2mxZxGweIKXI4npnv42g47z/sSupsiZAFZ4kbnPiuQxjmecFWifvjTeqNXEcqxHJEOSOJe0ek++H0++/eo8lKoGpdYAc0MDlBibtWqpr0ehKvSYnkCa8Ig7UlFyVS8ChWvVygX0BzSXuh78e9EhXMPd2rOkcKORtRfIMqyvEtyWeIbZEElRRP2jPWRor/vmY0YdtLUS2qudCW4+vtXDhFnrgQOYZKCJHbswtWDB57nV2rvYLdUpRani+Xzs5oudP/jQ6yUw6GyX4UjAcjQALDWhT7QdS3P7L+od42GMdjHyyA9TgKhoMoaAQuntcBltUWwKBllay0TWz71M24cfNGWzenCJM1pzkRzsBACbNXUundet2A+TlNw+ngIu17KYy8vj/te9OL/thLw2h0EQ7TWRjFX/TuIJ5gQZACMn7MG2IF8RPUygILLvlSnWBe9iB0BSYNuYBaQb+mlsHlcxwPY/888r3p4HzsDcejCy86Ow+8dDCLp7NR3J9F6RcdLggB2Nx8Gy9gyiCs/YFBEw5ZXQHfpMM4YAzHxu5+kIBt+9hJS5UO0n8FmQ7bM6CD6kZRJaS6JLx09CBxBcHKQIC2YHvtTyNinGoMUbuFgVftpjy/065l8A00hjwAetZc3LsO/cikoaNqBqIZZM1AKDrj1EghhmFf4mbGAsbPNoovC2tFrV7/EJVqoe4oMeMtDSA0TonEldFRsJwwMAB4jOgK0hF1nZwsb1C2uE/c8dgfDGEJftSIEHTFpuJWR9+hQBlmH0FkjdgK0sx8wzCoC4xJlC0qrH9WVniOlbNFoCbw9cei15aYkmUjq2Qt24jBfruabVLOlKPuKrKEY5C4Z6JAYHOFGJfw6If+1I/9Pnw3f31YLRRep6gsqD7MMIHXSEhi/DanPttcQ6o1Q/D+E0RIgvtDfbwz4+0tETpXQwo1nklOizwtKDUW6+RLZhTA1A6qXcPNR1ImXi3D35XMo6pOGQR1FgiqF7BsLbyEq0Dl2kHDTlrTwTIj3DMjjCCE4HxDDy8MR7GeOE6SvCt/foh1ttHn5HpTmsgmLhIoK/CciILnddC7DPjPYq8Bt9hHLewt1MeKPRzEg6cytDkn21iJbLO4P5CWIDV3k8wbf2zsHucOTRrLn36LP09yh504ktzxxp9/692jSWP5M3iOP8f17vkK/nRqmbc0czDNaG5YmsR7mgyhFntUogSjeuIVphldS9WXg3Yl++1EeYlKUL/mZlAGm1o4cf/49ff62LeqH3O9fQ3Vj66VsTxIDs0IS47hnhyt0vV1Fq2HGdHJBy8F86G7DRwW13nl2GpALbajPbbNOX+oT5uJIz/42aq5Nx6uUIcDe28+UKD+BFdv3T+UrZuwFu98OjfhsHURNtVxJyewJxlBX96/ijZ7p174MvxMStBcsbQZ72kDPTxj/P+CNv9QInn0vvjtONmhKVE3P1p9MdObM6QR0Puh0MtKXMK8y6np/wDl80KofZNYnSoilW5e1q3LWiEo0TMPHb6NJIvqE3QI61d/3QIECd3o7XW65War7e7rlnz7+fRPAAAA//8DAFBLAwQUAAYACAAAACEAdrC1NhgEAAArDwAAGgAAAGNsaXBib2FyZC90aGVtZS90aGVtZTEueG1szFfLcts2FN1npv+AwSK7RiIl6hXTGVeW0kUz7cTpdA2R4KMGQQ4Bx/Hf9wIgSECk68d4ES004OXBfeNc4uLTj4qh77QVZc1jHHyYY0R5Uqclz2P897fjrxuMhCQ8JazmNMYPVOBPl7+8uyC7hJXNqSZt+q2gFUWgiIsdiXEhZbObzUQCYiI+1A3l8C6r24pIeGzzWdqSezBQsVk4n69mFSk5vgSNUik6MPjjUihBwtobpYYiTiqw/vU9qZqP+xqF8zDUW9LbQAFFm5/2rEXfCYvxXP/w7PJiRnYdgMkx7qh/Ha4DpLfhSF+wX0TRodenAUyOcder62B/1evTAJIkEMzYdnhYHDbzDuuAzHKse7/fHqOFh3f0L0Y+b66CwzLw8Bpk9C9H+OV+ebVce3gNMvhohD9s9tvfbKwOyCxXI7xXEwdUsJLfjtBexntIVrPfJ+FesAMKqt83kDKR1Vw+0U4V+bduj4BTeEZkyZF8aGhGEui+zxSatyTor7ZWiSI7Spy3RpSIMxE44SmtSv64hau2JOxlugd1YGmIUMdb+eH+mWVlQpE+rlgDSsZu5AOjfwgdsKhZmR5BqF7q80v7Q9UUsOz6w8PlLdF7UFvLf0pZ3BSkgWQF2kIuOtW5QE0t4Gxq8aRuZZTdVV/q1BzjIFBNY7IhiBzk86iXQ4GkQa/WnRDS0KvXDJBrKrEOqL0vccIx5juxmHBibYVPOKEjexMvthNebJR6WypNn1C6PhXgWl8VOE2IKKaPlrAFNiGREEZTVSdDn7a6qjh2/SaVfiyZXgfMYT50HTBUeqt8fTQ8FZ1ptWdU2nPCaTffCZ0ZfeBFQVLadaeSPseNl9Z6O5TUc0+losuF48Z6839evLbWsC874wbGXaZgHN3HeLWIoGUS0sQ4A7KEZdVA7wieY0RYDh8UiWzNgX8NszStkNdEFCbhmnQMG1SlpC1iZRVjFX5fBsY1h2jfghAI4ad1bgu08rM5B0X3i0yzjCbSLbsjUZk2j8Dwhism3+rtrwernfUdlPumSO/Rid21Xwm0WLQOVALTUkgYNSabadk6RDb03xlddbQ78cGobBHWFKSbKC6ZG7gm0d4d/dTnwHnqYoaEOinpBuEpVwPWTao3TfvRZXx4dOo+vUlF45DmMDM9VlFTc5rFPAtvSv2OVzbFMLPdCW+o+5xyt5brzr4T+ikBCe/z18+7Fw0Ex7XBmOea8nhMw4qzO6k/O2yAT7j2nCHhsP7Kqj3LWz8jJs2B8FWTH/addy2IMvt1qTM9dXX7Qhp0yoMYw90KI/kDVnAbwyALlSxUMljBlQvGhbknxbhbWAm8N5Ies7CShcUsrWRpJZGVRFayspIVRvpCAfdUdZfAyN4XYIZ194vu28K/317+BwAA//8DAFBLAwQUAAYACAAAACEAnGZGQbsAAAAkAQAAKgAAAGNsaXBib2FyZC9kcmF3aW5ncy9fcmVscy9kcmF3aW5nMS54bWwucmVsc4SPzQrCMBCE74LvEPZu0noQkSa9iNCr1AcIyTYtNj8kUezbG+hFQfCyMLPsN7NN+7IzeWJMk3ccaloBQae8npzhcOsvuyOQlKXTcvYOOSyYoBXbTXPFWeZylMYpJFIoLnEYcw4nxpIa0cpEfUBXNoOPVuYio2FBqrs0yPZVdWDxkwHii0k6zSF2ugbSL6Ek/2f7YZgUnr16WHT5RwTLpRcWoIwGMwdKV2edNS1dgYmGff0m3gAAAP//AwBQSwECLQAUAAYACAAAACEAu+VIlAUBAAAeAgAAEwAAAAAAAAAAAAAAAAAAAAAAW0NvbnRlbnRfVHlwZXNdLnhtbFBLAQItABQABgAIAAAAIQCtMD/xwQAAADIBAAALAAAAAAAAAAAAAAAAADYBAABfcmVscy8ucmVsc1BLAQItABQABgAIAAAAIQALqkkazQQAADIYAAAfAAAAAAAAAAAAAAAAACACAABjbGlwYm9hcmQvZHJhd2luZ3MvZHJhd2luZzEueG1sUEsBAi0AFAAGAAgAAAAhAHawtTYYBAAAKw8AABoAAAAAAAAAAAAAAAAAKgcAAGNsaXBib2FyZC90aGVtZS90aGVtZTEueG1sUEsBAi0AFAAGAAgAAAAhAJxmRkG7AAAAJAEAACoAAAAAAAAAAAAAAAAAegsAAGNsaXBib2FyZC9kcmF3aW5ncy9fcmVscy9kcmF3aW5nMS54bWwucmVsc1BLBQYAAAAABQAFAGcBAAB9DAAAAAA=&quot;,&#10;  &quot;Left&quot;: 47.0,&#10;  &quot;Top&quot;: 497.4434&#10;}"/>
  <p:tag name="UPSLIDEFOOTNOTEPREVIEW" val="{&#10;  &quot;Data&quot;: &quot;iVBORw0KGgoAAAANSUhEUgAAAtEAAABGCAYAAAAKNcjVAAAABGdBTUEAALGPC/xhBQAAAAlwSFlzAAAXEQAAFxEByibzPwAACAVJREFUeF7t3TGLHMkVAGAFDoSjSwxKDHImcKLIXOBA4f2EcyYcKTEocOLsMkVG4YUKBU4EThTeLzAKD5wIOxEYbCUG4Uiup9FDRV11V9fMaGdX/X3wYKe6X3VN16zmbU1P69aZ3CnxrMTzEvejYVLmvyjxdTRMkn/Z/K9KfF9CvvxT8x9EwyT5p+c/LbH3/JclnL959fn7Jhomyb9s/u0ST0rIPy7/LKIAe/8xXkXDpDr/dTRMkn/Z/PgFln+INyXil3KGfPnyb27+dyXkH+JdCflzLp3/uIT8T/mxqHjlooLPQRzzS1jnvy0hf86l82MFQ/4h4pcwVgZmyJcv//rkz76JxqcA8j+F/DmXzq//iJR/69a9ElcuPgKKFbwoQKKqnyVf/p7z4xII+Yc38FhVmSX/tPx40/ixhPzDx7qz5MuXv998AABgID6pflgiFoxmV70BAGCX6ss/4lJYAABgIC6dyyI6LgEZiuXquHvDsbevAwCAmy4u5cgietM11PU3l4+5fR0AAHwJ7paILyRuEoVzFtFx+zoAAGCgvn3Xo2gAAAAAAAAAAAAAAAAAAAAAAAAAAAAAAAAAAAAAAACAG+92iYclHpe4Ew0AAMC6pyXef4yX0QAAAKx7XSKL6HfRMBLL1c9KPC9xPxoAAGBn4lKOLKKfRMPIixKZ8CoaAABgh+6WuHf4cSwK5yyi30QDAACw7kGJuAbkbYlH0QAAAAAAAAAAAAAAAAAAAAAAAAAAAAAAAAAAAAAAAAA33u0SD0s8LnEnGgAAgHVPS7z/GC+jAQAAWPe6RBbR76JhJJarn5V4XuJ+NAAAwM7EpRxZRD+JhpEXJTLhVTQAAMAO3S1x7/DjWBTOWUS/iQYAAGDdgxJxDcjbEo+iAQAAAAAAAAAAAAAAAADYj5+V+GuJbz88+iT+K8S/l/jNh0cHvbZW9pd3AGkjjvOrEnFnkLV+Rn5Z4teHH7t+XyKO978SpxwnjY4361z9tfMXc/SPEnm+/1viFyXClvlLef4yznUeP6fflqifb20vrwcA4IpEcRH3jm79uUSv4IhC5W8lfv7h0U9lUffdh0efx6gIz0Ky/cPgWOco+mvn7K+ev3ze9XzGPNbzNZq/EH22xWjkRRF6rnP6OSwV0Xt6PQAAV6C3MpkFx9Kq3dLKdboORfR1L3LO1V87f1FEtnPWHmvr/PW2twX5dbNURO/l9QAAXJFYcWyLoihEYiVz7Y099lkqprYU0XXf8fM/S/ypRBTuWQRF+38+tmVEYde2t8dpt+eqbI6rbU9L23vHi7YY/+9K1NvqwnOmv9Duv3RZQq03f60caz2Pp85fGo156Rykte1bznH7B98fS7RjaM93HuPYsfXmb8tYZ/oL7f5bXg8AwBXIN+mlYikLg14RvbZt1G+o87OI6BVQdf+5XxbSS8cP7fYcU1tAbX3c9pdjqQvR+hKI2f7a7WFUIGfOqNjtrR6Pzl8U2W1R1xqNud3eXlLRbm8fj85x9pfjy8e9YnN0vmcft/2NxjrbX7s9jF4PAMAVaYuaVvvGXlvLzQIgi7A6suCp+84CpO4r2mJ1emnlbW1sod3e+5i/bhttb/tbGnPuM9tfb//R/Iy2hyi8epfkbMkNkV/PX13UjcbcPsfWlnM0e47rwrW25XzXbVvGVvd3zFjX+uvtv3XOAIBt4r31YYnHJe5Ew1ajN+X2jb2WhXJvlXJtW6r7XjpOrKD2irewNrbQK0rWVmNH29v+esc/pb+2WK1j6TyO5i/77G3fMketPF4+r9GYe4VgbfYchbotjt/L7/3x1fb1Jb4eAIA5T0vk++vLaNjquhfRKccZT3Bp5a7Vbr8JRVO7/8ja/C3dWSUdU0SHetyjMcc5UEQf198xrwcAYM7rEllEv4uGkViuflbiLyXijfuYInqtgDt3EZ3qY45y2u1RxLRFZbRlkTfa3vbXO37dNttfb/+RpTmIAmyteA1r89d7bmn0HGtr/YTZcxTa47fPs9cW2r5Gxx5tb/vbMtaZ/nr7AwDnFZdyZBH9JBpG4tKITPhXiaVit1cYpLVt5yii6wIj1futFYGh7TPHlJeFzD5uj9cbc902219ur1cftxRSseJcn+feuHpG+/VWspee09KYR+dg9Hh0jvMc5v75eEsRferYruvrAQCYc7fEvcOPY69KZBH97xJLHxv3CoO09nFzFgCnrkRH0ZDjjGgLiLxmOguRWq/PHFf21+aNttfH6/Xfts30F9r9txRMcY7qeYh5yfw26j84tlwu0OurndPRmE8551vOcRafeezeLe7CXl4PAMBn9KBEXAPytsQfSmz9b6BTvrnXRRmXEUWk+QMAuIBYcWxXxWrflIhvLMa1IlG0taufI23+rHPk/1Diksf/nPlXNX/xDdavomGS/NPy44/emF/58k/J/76E/HmXzv+6xN7z499P5++0/Pge3NTt2z7ae/4mayuTcdD4tmJ+pBwfl8+sfLb5cR++GZfOj6LzuuevzV+bPzt/bf7aJTo98k/Pj0tC5B8iCskZ8uXL329+qO+8sPf8KCRn7T3/ZPdL5AAiYjVzxnXLn30RRhEu/1PEX8Mz5J+eXxfhe89/XmKGfPnyv5z8WFGcEUV4XLYq/xCxoj9j7/lnE4VrvJB/LBHfYJx1nfI3f/uyIl++/JubH6vf8g8rMvHR5iz5l82PTx+jEJB/uDRmlnz5p+QDAAAAAAAAAAAAAAAAAAAAAAAAwHFu3fo/NODT0o67AiEAAAAASUVORK5CYII=&quot;&#10;}"/>
  <p:tag name="UPSLIDEFOOTNOTEOPTIONS" val="{&#10;  &quot;Multiline&quot;: true,&#10;  &quot;Enabled&quot;: true&#10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1"/>
  <p:tag name="DEFAULTTOP" val="216.7106"/>
  <p:tag name="DEFAULTLEFT" val="46.2048"/>
  <p:tag name="DEFAULTHEIGHT" val="29.08126"/>
  <p:tag name="DEFAULTWIDTH" val="101.22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DRAWAREA"/>
  <p:tag name="TOCTEMPLATESHAPENAME" val="Zone de tracé"/>
  <p:tag name="TOCTEMPLATESHAPEDESCRIPTION" val="Délimite la position verticale de la table des matières.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ECTIONUM"/>
  <p:tag name="TOCTEMPLATESHAPENAME" val="Numéro de section"/>
  <p:tag name="TOCTEMPLATESHAPEDESCRIPTION" val="Définit le format de la forme contenant les numéros de sections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ECTIONTITLE"/>
  <p:tag name="TOCTEMPLATESHAPENAME" val="Titre de section"/>
  <p:tag name="TOCTEMPLATESHAPEDESCRIPTION" val="Définit le format de la forme contenant les titres de section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ECTIONINDEX"/>
  <p:tag name="TOCTEMPLATESHAPENAME" val="Numéro de slide des sections"/>
  <p:tag name="TOCTEMPLATESHAPEDESCRIPTION" val="Définit le format de la forme contenant les numéros de slides pour les sections.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INDEX"/>
  <p:tag name="TOCTEMPLATESHAPENAME" val="Numéro de slide"/>
  <p:tag name="TOCTEMPLATESHAPEDESCRIPTION" val="Définit le format de la forme contenant le numéro de diapositiv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TITLE"/>
  <p:tag name="TOCTEMPLATESHAPENAME" val="Titre des diapositives"/>
  <p:tag name="TOCTEMPLATESHAPEDESCRIPTION" val="Définit le format de la forme contenant les titres de slid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UBSECTIONTITLE"/>
  <p:tag name="TOCTEMPLATESHAPENAME" val="Titre des sous-sections"/>
  <p:tag name="TOCTEMPLATESHAPEDESCRIPTION" val="Définit le format de la forme contenant les titres des sous-sections.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UBSECTIONUM"/>
  <p:tag name="TOCTEMPLATESHAPENAME" val="Index des sous-section"/>
  <p:tag name="TOCTEMPLATESHAPEDESCRIPTION" val="Définit le format de la forme contenant les numéros des sou-sections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UBSECTIONINDEX"/>
  <p:tag name="TOCTEMPLATESHAPENAME" val="Numéro de slide des sous-sections"/>
  <p:tag name="TOCTEMPLATESHAPEDESCRIPTION" val="Définit le format de la forme contenant les numéros de slides des sous-sections.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3"/>
  <p:tag name="TOCTEMPLATESHAPENAME" val="Third Shape"/>
  <p:tag name="TOCTEMPLATESHAPEDESCRIPTION" val="Fill it with anything!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1"/>
  <p:tag name="TOCTEMPLATESHAPENAME" val="First Shape"/>
  <p:tag name="TOCTEMPLATESHAPEDESCRIPTION" val="Fill it with anything!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2"/>
  <p:tag name="TOCTEMPLATESHAPENAME" val="Second Shape"/>
  <p:tag name="TOCTEMPLATESHAPEDESCRIPTION" val="Fill it with anything!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2"/>
  <p:tag name="TOCTEMPLATESHAPENAME" val="Second Shape"/>
  <p:tag name="TOCTEMPLATESHAPEDESCRIPTION" val="Fill it with anything!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3"/>
  <p:tag name="TOCTEMPLATESHAPENAME" val="Third Shape"/>
  <p:tag name="TOCTEMPLATESHAPEDESCRIPTION" val="Fill it with anything!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1"/>
  <p:tag name="TOCTEMPLATESHAPENAME" val="First Shape"/>
  <p:tag name="TOCTEMPLATESHAPEDESCRIPTION" val="Fill it with anything!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heme/theme1.xml><?xml version="1.0" encoding="utf-8"?>
<a:theme xmlns:a="http://schemas.openxmlformats.org/drawingml/2006/main" name="Rothschild and Co - UpSlide">
  <a:themeElements>
    <a:clrScheme name="R&amp;Co 2022">
      <a:dk1>
        <a:srgbClr val="000000"/>
      </a:dk1>
      <a:lt1>
        <a:srgbClr val="FFFFFF"/>
      </a:lt1>
      <a:dk2>
        <a:srgbClr val="1C355E"/>
      </a:dk2>
      <a:lt2>
        <a:srgbClr val="D6D1CA"/>
      </a:lt2>
      <a:accent1>
        <a:srgbClr val="2E3E80"/>
      </a:accent1>
      <a:accent2>
        <a:srgbClr val="CC9F53"/>
      </a:accent2>
      <a:accent3>
        <a:srgbClr val="8A1E41"/>
      </a:accent3>
      <a:accent4>
        <a:srgbClr val="4C4A47"/>
      </a:accent4>
      <a:accent5>
        <a:srgbClr val="E8C9BA"/>
      </a:accent5>
      <a:accent6>
        <a:srgbClr val="000000"/>
      </a:accent6>
      <a:hlink>
        <a:srgbClr val="1C355E"/>
      </a:hlink>
      <a:folHlink>
        <a:srgbClr val="8A1E41"/>
      </a:folHlink>
    </a:clrScheme>
    <a:fontScheme name="R&amp;Co 2022">
      <a:majorFont>
        <a:latin typeface="Georgia Pro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ECE9"/>
        </a:solidFill>
        <a:ln>
          <a:noFill/>
        </a:ln>
      </a:spPr>
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C4A4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noAutofit/>
      </a:bodyPr>
      <a:lstStyle>
        <a:defPPr algn="l">
          <a:defRPr sz="1000" dirty="0" smtClean="0"/>
        </a:defPPr>
      </a:lstStyle>
    </a:txDef>
  </a:objectDefaults>
  <a:extraClrSchemeLst/>
  <a:custClrLst>
    <a:custClr name="Indigo 100">
      <a:srgbClr val="1C355E"/>
    </a:custClr>
    <a:custClr name="Stone 100">
      <a:srgbClr val="D6D1CA"/>
    </a:custClr>
    <a:custClr name="Gold 100">
      <a:srgbClr val="CC9F53"/>
    </a:custClr>
    <a:custClr name="Red 100">
      <a:srgbClr val="8A1E41"/>
    </a:custClr>
    <a:custClr name="Purple">
      <a:srgbClr val="2E3E80"/>
    </a:custClr>
    <a:custClr name="Grey 100">
      <a:srgbClr val="4C4A47"/>
    </a:custClr>
    <a:custClr name="Rosé">
      <a:srgbClr val="EFD9CE"/>
    </a:custClr>
    <a:custClr name="White 1">
      <a:srgbClr val="FFFFFF"/>
    </a:custClr>
    <a:custClr name="White 2">
      <a:srgbClr val="FFFFFF"/>
    </a:custClr>
    <a:custClr name="White 3">
      <a:srgbClr val="FFFFFF"/>
    </a:custClr>
    <a:custClr name="Complex Primary - Indigo 50">
      <a:srgbClr val="77859F"/>
    </a:custClr>
    <a:custClr name="Complex Primary - Stone 50">
      <a:srgbClr val="E2DFDA"/>
    </a:custClr>
    <a:custClr name="Complex Primary - Gold 50">
      <a:srgbClr val="DBBC86"/>
    </a:custClr>
    <a:custClr name="Complex Primary - Red 50">
      <a:srgbClr val="B9788E"/>
    </a:custClr>
    <a:custClr name="White 4">
      <a:srgbClr val="FFFFFF"/>
    </a:custClr>
    <a:custClr name="Complex Secondary - Grey 50">
      <a:srgbClr val="949291"/>
    </a:custClr>
    <a:custClr name="White 5">
      <a:srgbClr val="FFFFFF"/>
    </a:custClr>
    <a:custClr name="White 6 ">
      <a:srgbClr val="FFFFFF"/>
    </a:custClr>
    <a:custClr name="White 7">
      <a:srgbClr val="FFFFFF"/>
    </a:custClr>
    <a:custClr name="White 8">
      <a:srgbClr val="FFFFFF"/>
    </a:custClr>
    <a:custClr name="Complex Primary - Indigo 20">
      <a:srgbClr val="C5CBD9"/>
    </a:custClr>
    <a:custClr name="Complex Primary - Stone 20">
      <a:srgbClr val="F0ECE9"/>
    </a:custClr>
    <a:custClr name="Complex Primary - Gold 20">
      <a:srgbClr val="ECD9B9"/>
    </a:custClr>
    <a:custClr name="Complex Primary - Red 20">
      <a:srgbClr val="DCBBC6"/>
    </a:custClr>
    <a:custClr name="White 9">
      <a:srgbClr val="FFFFFF"/>
    </a:custClr>
    <a:custClr name="White 10">
      <a:srgbClr val="FFFFFF"/>
    </a:custClr>
    <a:custClr name="White 11">
      <a:srgbClr val="FFFFFF"/>
    </a:custClr>
    <a:custClr name="White 12">
      <a:srgbClr val="FFFFFF"/>
    </a:custClr>
    <a:custClr name="White 13">
      <a:srgbClr val="FFFFFF"/>
    </a:custClr>
    <a:custClr name="White 14">
      <a:srgbClr val="FFFFFF"/>
    </a:custClr>
  </a:custClrLst>
  <a:extLst>
    <a:ext uri="{05A4C25C-085E-4340-85A3-A5531E510DB2}">
      <thm15:themeFamily xmlns:thm15="http://schemas.microsoft.com/office/thememl/2012/main" name="UpSlideTemplate.potx" id="{0F3488F0-7FA6-4D0F-B2DF-873B0D5B86F0}" vid="{5DD7FB40-F6A9-41A2-ABFC-25C038A4634D}"/>
    </a:ext>
  </a:extLst>
</a:theme>
</file>

<file path=ppt/theme/theme2.xml><?xml version="1.0" encoding="utf-8"?>
<a:theme xmlns:a="http://schemas.openxmlformats.org/drawingml/2006/main" name="UpSlide Table Of Content Master (do not edit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pSlideTemplate.potx" id="{0F3488F0-7FA6-4D0F-B2DF-873B0D5B86F0}" vid="{866C7331-DB48-427C-8FE7-64E45D27A06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2AF42655031248AE1D818D5A10FD34" ma:contentTypeVersion="12" ma:contentTypeDescription="Create a new document." ma:contentTypeScope="" ma:versionID="b942b6c840a0a789953d891e8c120b18">
  <xsd:schema xmlns:xsd="http://www.w3.org/2001/XMLSchema" xmlns:xs="http://www.w3.org/2001/XMLSchema" xmlns:p="http://schemas.microsoft.com/office/2006/metadata/properties" xmlns:ns2="92379408-1557-4f34-b42c-fdff74bac1d1" xmlns:ns3="3baf49f8-4e4f-49ff-a6a4-2df5838d2f8c" targetNamespace="http://schemas.microsoft.com/office/2006/metadata/properties" ma:root="true" ma:fieldsID="47d8148da513fcec4906c9d8edaafc91" ns2:_="" ns3:_="">
    <xsd:import namespace="92379408-1557-4f34-b42c-fdff74bac1d1"/>
    <xsd:import namespace="3baf49f8-4e4f-49ff-a6a4-2df5838d2f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379408-1557-4f34-b42c-fdff74bac1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dc4bd07a-0e54-4135-a446-f67f0324eb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af49f8-4e4f-49ff-a6a4-2df5838d2f8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b02c0d5-7727-4324-bbd7-f8bffd5a90fc}" ma:internalName="TaxCatchAll" ma:showField="CatchAllData" ma:web="3baf49f8-4e4f-49ff-a6a4-2df5838d2f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baf49f8-4e4f-49ff-a6a4-2df5838d2f8c" xsi:nil="true"/>
    <lcf76f155ced4ddcb4097134ff3c332f xmlns="92379408-1557-4f34-b42c-fdff74bac1d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02A23DA-6914-4BED-AE3D-B1F008B0C68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FB6F3D-0948-41CE-99F5-4AB247B969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2379408-1557-4f34-b42c-fdff74bac1d1"/>
    <ds:schemaRef ds:uri="3baf49f8-4e4f-49ff-a6a4-2df5838d2f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C1E07B-7C66-4E67-AC0D-86292B51408F}">
  <ds:schemaRefs>
    <ds:schemaRef ds:uri="92379408-1557-4f34-b42c-fdff74bac1d1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3baf49f8-4e4f-49ff-a6a4-2df5838d2f8c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UpSlideTemplate</Template>
  <TotalTime>0</TotalTime>
  <Words>197</Words>
  <Application>Microsoft Office PowerPoint</Application>
  <PresentationFormat>Format A4 (210 x 297 mm)</PresentationFormat>
  <Paragraphs>43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</vt:i4>
      </vt:variant>
    </vt:vector>
  </HeadingPairs>
  <TitlesOfParts>
    <vt:vector size="9" baseType="lpstr">
      <vt:lpstr>Arial</vt:lpstr>
      <vt:lpstr>Calibri</vt:lpstr>
      <vt:lpstr>Garamond</vt:lpstr>
      <vt:lpstr>Georgia Pro</vt:lpstr>
      <vt:lpstr>Wingdings</vt:lpstr>
      <vt:lpstr>Rothschild and Co - UpSlide</vt:lpstr>
      <vt:lpstr>UpSlide Table Of Content Master (do not edit)</vt:lpstr>
      <vt:lpstr>Projet Merge codes – RFP Team</vt:lpstr>
      <vt:lpstr>Projet Merge codes – RFP Team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RP112572</dc:creator>
  <cp:lastModifiedBy>Touboul-Rosette, Jade</cp:lastModifiedBy>
  <cp:revision>1</cp:revision>
  <dcterms:created xsi:type="dcterms:W3CDTF">2026-03-20T13:39:58Z</dcterms:created>
  <dcterms:modified xsi:type="dcterms:W3CDTF">2026-03-20T17:11:21Z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c41beea-183a-4bbd-804d-ee672b323e77_Enabled">
    <vt:lpwstr>true</vt:lpwstr>
  </property>
  <property fmtid="{D5CDD505-2E9C-101B-9397-08002B2CF9AE}" pid="3" name="MSIP_Label_2c41beea-183a-4bbd-804d-ee672b323e77_SetDate">
    <vt:lpwstr>2019-08-28T15:27:53Z</vt:lpwstr>
  </property>
  <property fmtid="{D5CDD505-2E9C-101B-9397-08002B2CF9AE}" pid="4" name="MSIP_Label_2c41beea-183a-4bbd-804d-ee672b323e77_Method">
    <vt:lpwstr>Standard</vt:lpwstr>
  </property>
  <property fmtid="{D5CDD505-2E9C-101B-9397-08002B2CF9AE}" pid="5" name="MSIP_Label_2c41beea-183a-4bbd-804d-ee672b323e77_Name">
    <vt:lpwstr>General</vt:lpwstr>
  </property>
  <property fmtid="{D5CDD505-2E9C-101B-9397-08002B2CF9AE}" pid="6" name="MSIP_Label_2c41beea-183a-4bbd-804d-ee672b323e77_SiteId">
    <vt:lpwstr>6988521a-2747-41f4-bc3a-af5addc051da</vt:lpwstr>
  </property>
  <property fmtid="{D5CDD505-2E9C-101B-9397-08002B2CF9AE}" pid="7" name="MSIP_Label_2c41beea-183a-4bbd-804d-ee672b323e77_ActionId">
    <vt:lpwstr>cbcca772-b17b-4765-9ad0-0000bf221de4</vt:lpwstr>
  </property>
  <property fmtid="{D5CDD505-2E9C-101B-9397-08002B2CF9AE}" pid="8" name="MSIP_Label_2c41beea-183a-4bbd-804d-ee672b323e77_ContentBits">
    <vt:lpwstr>0</vt:lpwstr>
  </property>
  <property fmtid="{D5CDD505-2E9C-101B-9397-08002B2CF9AE}" pid="9" name="_dlc_DocIdItemGuid">
    <vt:lpwstr>9482e16a-3577-434a-8885-94d490f0ed7c</vt:lpwstr>
  </property>
  <property fmtid="{D5CDD505-2E9C-101B-9397-08002B2CF9AE}" pid="10" name="MediaServiceImageTags">
    <vt:lpwstr/>
  </property>
  <property fmtid="{D5CDD505-2E9C-101B-9397-08002B2CF9AE}" pid="11" name="MSIP_Label_77773fde-5b4b-486d-a4d9-3ae93ceb0d83_Enabled">
    <vt:lpwstr>true</vt:lpwstr>
  </property>
  <property fmtid="{D5CDD505-2E9C-101B-9397-08002B2CF9AE}" pid="12" name="MSIP_Label_77773fde-5b4b-486d-a4d9-3ae93ceb0d83_SetDate">
    <vt:lpwstr>2026-03-20T15:21:04Z</vt:lpwstr>
  </property>
  <property fmtid="{D5CDD505-2E9C-101B-9397-08002B2CF9AE}" pid="13" name="MSIP_Label_77773fde-5b4b-486d-a4d9-3ae93ceb0d83_Method">
    <vt:lpwstr>Privileged</vt:lpwstr>
  </property>
  <property fmtid="{D5CDD505-2E9C-101B-9397-08002B2CF9AE}" pid="14" name="MSIP_Label_77773fde-5b4b-486d-a4d9-3ae93ceb0d83_Name">
    <vt:lpwstr>RandCoINTERNAL</vt:lpwstr>
  </property>
  <property fmtid="{D5CDD505-2E9C-101B-9397-08002B2CF9AE}" pid="15" name="MSIP_Label_77773fde-5b4b-486d-a4d9-3ae93ceb0d83_SiteId">
    <vt:lpwstr>a3a61790-e8ca-448a-b1be-e046da74a581</vt:lpwstr>
  </property>
  <property fmtid="{D5CDD505-2E9C-101B-9397-08002B2CF9AE}" pid="16" name="MSIP_Label_77773fde-5b4b-486d-a4d9-3ae93ceb0d83_ActionId">
    <vt:lpwstr>8ee07498-6539-4aa6-970b-9285e116b1fd</vt:lpwstr>
  </property>
  <property fmtid="{D5CDD505-2E9C-101B-9397-08002B2CF9AE}" pid="17" name="MSIP_Label_77773fde-5b4b-486d-a4d9-3ae93ceb0d83_ContentBits">
    <vt:lpwstr>0</vt:lpwstr>
  </property>
  <property fmtid="{D5CDD505-2E9C-101B-9397-08002B2CF9AE}" pid="18" name="MSIP_Label_77773fde-5b4b-486d-a4d9-3ae93ceb0d83_Tag">
    <vt:lpwstr>10, 0, 1, 1</vt:lpwstr>
  </property>
  <property fmtid="{D5CDD505-2E9C-101B-9397-08002B2CF9AE}" pid="19" name="ContentTypeId">
    <vt:lpwstr>0x010100CB2AF42655031248AE1D818D5A10FD34</vt:lpwstr>
  </property>
</Properties>
</file>